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 id="2147483660" r:id="rId2"/>
  </p:sldMasterIdLst>
  <p:notesMasterIdLst>
    <p:notesMasterId r:id="rId16"/>
  </p:notesMasterIdLst>
  <p:sldIdLst>
    <p:sldId id="256" r:id="rId3"/>
    <p:sldId id="363" r:id="rId4"/>
    <p:sldId id="376" r:id="rId5"/>
    <p:sldId id="421" r:id="rId6"/>
    <p:sldId id="422" r:id="rId7"/>
    <p:sldId id="424" r:id="rId8"/>
    <p:sldId id="425" r:id="rId9"/>
    <p:sldId id="426" r:id="rId10"/>
    <p:sldId id="427" r:id="rId11"/>
    <p:sldId id="428" r:id="rId12"/>
    <p:sldId id="387" r:id="rId13"/>
    <p:sldId id="405" r:id="rId14"/>
    <p:sldId id="36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6440"/>
    <a:srgbClr val="256542"/>
    <a:srgbClr val="FFFFFF"/>
    <a:srgbClr val="236541"/>
    <a:srgbClr val="2A6A47"/>
    <a:srgbClr val="387353"/>
    <a:srgbClr val="FF9900"/>
    <a:srgbClr val="0033CC"/>
    <a:srgbClr val="0A59C2"/>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p:cViewPr varScale="1">
        <p:scale>
          <a:sx n="69" d="100"/>
          <a:sy n="69" d="100"/>
        </p:scale>
        <p:origin x="90" y="144"/>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94A3941-4762-4EDA-AC9A-A8E930E04BDB}" type="datetimeFigureOut">
              <a:rPr lang="en-US" smtClean="0"/>
              <a:t>31/12/2024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D564AD8-31A4-4731-8B07-846E05298DF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D564AD8-31A4-4731-8B07-846E05298DFA}" type="slidenum">
              <a:rPr lang="en-US" smtClean="0"/>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gray">
      <p:bgPr>
        <a:solidFill>
          <a:schemeClr val="bg1"/>
        </a:solidFill>
        <a:effectLst/>
      </p:bgPr>
    </p:bg>
    <p:spTree>
      <p:nvGrpSpPr>
        <p:cNvPr id="1" name=""/>
        <p:cNvGrpSpPr/>
        <p:nvPr/>
      </p:nvGrpSpPr>
      <p:grpSpPr>
        <a:xfrm>
          <a:off x="0" y="0"/>
          <a:ext cx="0" cy="0"/>
          <a:chOff x="0" y="0"/>
          <a:chExt cx="0" cy="0"/>
        </a:xfrm>
      </p:grpSpPr>
      <p:sp>
        <p:nvSpPr>
          <p:cNvPr id="15" name="Rectangle 13"/>
          <p:cNvSpPr>
            <a:spLocks noChangeArrowheads="1"/>
          </p:cNvSpPr>
          <p:nvPr/>
        </p:nvSpPr>
        <p:spPr bwMode="gray">
          <a:xfrm>
            <a:off x="4165600" y="2133600"/>
            <a:ext cx="2641600" cy="152400"/>
          </a:xfrm>
          <a:prstGeom prst="rect">
            <a:avLst/>
          </a:prstGeom>
          <a:solidFill>
            <a:schemeClr val="bg1"/>
          </a:solidFill>
          <a:ln w="9525">
            <a:noFill/>
            <a:miter lim="800000"/>
          </a:ln>
          <a:effectLst/>
        </p:spPr>
        <p:txBody>
          <a:bodyPr wrap="none" anchor="ctr"/>
          <a:lstStyle/>
          <a:p>
            <a:pPr>
              <a:defRPr/>
            </a:pPr>
            <a:endParaRPr lang="en-US" sz="1800">
              <a:cs typeface="+mn-cs"/>
            </a:endParaRPr>
          </a:p>
        </p:txBody>
      </p:sp>
      <p:sp>
        <p:nvSpPr>
          <p:cNvPr id="17" name="Rectangle 15"/>
          <p:cNvSpPr>
            <a:spLocks noChangeArrowheads="1"/>
          </p:cNvSpPr>
          <p:nvPr/>
        </p:nvSpPr>
        <p:spPr bwMode="gray">
          <a:xfrm>
            <a:off x="2743200" y="6629400"/>
            <a:ext cx="9448800" cy="228600"/>
          </a:xfrm>
          <a:prstGeom prst="rect">
            <a:avLst/>
          </a:prstGeom>
          <a:gradFill rotWithShape="0">
            <a:gsLst>
              <a:gs pos="0">
                <a:schemeClr val="accent2"/>
              </a:gs>
              <a:gs pos="100000">
                <a:schemeClr val="accent2">
                  <a:gamma/>
                  <a:shade val="69804"/>
                  <a:invGamma/>
                </a:schemeClr>
              </a:gs>
            </a:gsLst>
            <a:lin ang="0" scaled="1"/>
          </a:gradFill>
          <a:ln w="9525">
            <a:noFill/>
            <a:miter lim="800000"/>
          </a:ln>
          <a:effectLst/>
        </p:spPr>
        <p:txBody>
          <a:bodyPr wrap="none" anchor="ctr"/>
          <a:lstStyle/>
          <a:p>
            <a:pPr>
              <a:defRPr/>
            </a:pPr>
            <a:endParaRPr lang="en-US" sz="1800">
              <a:cs typeface="+mn-cs"/>
            </a:endParaRPr>
          </a:p>
        </p:txBody>
      </p:sp>
      <p:grpSp>
        <p:nvGrpSpPr>
          <p:cNvPr id="18" name="Group 16"/>
          <p:cNvGrpSpPr/>
          <p:nvPr/>
        </p:nvGrpSpPr>
        <p:grpSpPr bwMode="auto">
          <a:xfrm>
            <a:off x="0" y="6629400"/>
            <a:ext cx="3454400" cy="228600"/>
            <a:chOff x="0" y="4080"/>
            <a:chExt cx="2400" cy="144"/>
          </a:xfrm>
        </p:grpSpPr>
        <p:sp>
          <p:nvSpPr>
            <p:cNvPr id="19" name="Rectangle 17"/>
            <p:cNvSpPr>
              <a:spLocks noChangeArrowheads="1"/>
            </p:cNvSpPr>
            <p:nvPr userDrawn="1"/>
          </p:nvSpPr>
          <p:spPr bwMode="gray">
            <a:xfrm>
              <a:off x="0" y="4080"/>
              <a:ext cx="2207" cy="144"/>
            </a:xfrm>
            <a:prstGeom prst="rect">
              <a:avLst/>
            </a:prstGeom>
            <a:solidFill>
              <a:schemeClr val="hlink"/>
            </a:solidFill>
            <a:ln w="9525">
              <a:noFill/>
              <a:miter lim="800000"/>
            </a:ln>
            <a:effectLst/>
          </p:spPr>
          <p:txBody>
            <a:bodyPr wrap="none" anchor="ctr"/>
            <a:lstStyle/>
            <a:p>
              <a:pPr>
                <a:defRPr/>
              </a:pPr>
              <a:endParaRPr lang="en-US" sz="1800">
                <a:cs typeface="+mn-cs"/>
              </a:endParaRPr>
            </a:p>
          </p:txBody>
        </p:sp>
        <p:sp>
          <p:nvSpPr>
            <p:cNvPr id="20" name="Freeform 18"/>
            <p:cNvSpPr/>
            <p:nvPr userDrawn="1"/>
          </p:nvSpPr>
          <p:spPr bwMode="gray">
            <a:xfrm>
              <a:off x="2207" y="4080"/>
              <a:ext cx="193" cy="144"/>
            </a:xfrm>
            <a:custGeom>
              <a:avLst/>
              <a:gdLst/>
              <a:ahLst/>
              <a:cxnLst>
                <a:cxn ang="0">
                  <a:pos x="192" y="0"/>
                </a:cxn>
                <a:cxn ang="0">
                  <a:pos x="0" y="0"/>
                </a:cxn>
                <a:cxn ang="0">
                  <a:pos x="0" y="192"/>
                </a:cxn>
                <a:cxn ang="0">
                  <a:pos x="192" y="0"/>
                </a:cxn>
              </a:cxnLst>
              <a:rect l="0" t="0" r="r" b="b"/>
              <a:pathLst>
                <a:path w="192" h="192">
                  <a:moveTo>
                    <a:pt x="192" y="0"/>
                  </a:moveTo>
                  <a:lnTo>
                    <a:pt x="0" y="0"/>
                  </a:lnTo>
                  <a:lnTo>
                    <a:pt x="0" y="192"/>
                  </a:lnTo>
                  <a:lnTo>
                    <a:pt x="192" y="0"/>
                  </a:lnTo>
                  <a:close/>
                </a:path>
              </a:pathLst>
            </a:custGeom>
            <a:solidFill>
              <a:schemeClr val="hlink"/>
            </a:solidFill>
            <a:ln w="9525">
              <a:noFill/>
              <a:round/>
            </a:ln>
            <a:effectLst/>
          </p:spPr>
          <p:txBody>
            <a:bodyPr/>
            <a:lstStyle/>
            <a:p>
              <a:pPr>
                <a:defRPr/>
              </a:pPr>
              <a:endParaRPr lang="en-US" sz="1800">
                <a:cs typeface="+mn-cs"/>
              </a:endParaRPr>
            </a:p>
          </p:txBody>
        </p:sp>
      </p:grpSp>
      <p:sp>
        <p:nvSpPr>
          <p:cNvPr id="25621" name="Rectangle 21"/>
          <p:cNvSpPr>
            <a:spLocks noGrp="1" noChangeArrowheads="1"/>
          </p:cNvSpPr>
          <p:nvPr>
            <p:ph type="ctrTitle" sz="quarter"/>
          </p:nvPr>
        </p:nvSpPr>
        <p:spPr bwMode="auto">
          <a:xfrm>
            <a:off x="508000" y="2667000"/>
            <a:ext cx="11176000" cy="933450"/>
          </a:xfrm>
        </p:spPr>
        <p:txBody>
          <a:bodyPr/>
          <a:lstStyle>
            <a:lvl1pPr algn="ctr">
              <a:defRPr sz="4800">
                <a:solidFill>
                  <a:schemeClr val="tx1"/>
                </a:solidFill>
                <a:latin typeface="Times New Roman" panose="02020603050405020304" pitchFamily="18" charset="0"/>
              </a:defRPr>
            </a:lvl1pPr>
          </a:lstStyle>
          <a:p>
            <a:r>
              <a:rPr lang="en-US"/>
              <a:t>Click to edit Master title style</a:t>
            </a:r>
          </a:p>
        </p:txBody>
      </p:sp>
      <p:sp>
        <p:nvSpPr>
          <p:cNvPr id="25622" name="Rectangle 22"/>
          <p:cNvSpPr>
            <a:spLocks noGrp="1" noChangeArrowheads="1"/>
          </p:cNvSpPr>
          <p:nvPr>
            <p:ph type="subTitle" sz="quarter" idx="1"/>
          </p:nvPr>
        </p:nvSpPr>
        <p:spPr>
          <a:xfrm>
            <a:off x="1828800" y="3657600"/>
            <a:ext cx="8534400" cy="609600"/>
          </a:xfrm>
        </p:spPr>
        <p:txBody>
          <a:bodyPr/>
          <a:lstStyle>
            <a:lvl1pPr marL="0" indent="0" algn="ctr">
              <a:buFont typeface="Wingdings" panose="05000000000000000000" pitchFamily="2" charset="2"/>
              <a:buNone/>
              <a:defRPr>
                <a:solidFill>
                  <a:schemeClr val="hlink"/>
                </a:solidFill>
                <a:latin typeface="Arial" panose="020B0604020202020204" pitchFamily="34" charset="0"/>
              </a:defRPr>
            </a:lvl1pPr>
          </a:lstStyle>
          <a:p>
            <a:r>
              <a:rPr lang="en-US"/>
              <a:t>Click to edit Master subtitle style</a:t>
            </a:r>
          </a:p>
        </p:txBody>
      </p:sp>
      <p:sp>
        <p:nvSpPr>
          <p:cNvPr id="25" name="Rectangle 24"/>
          <p:cNvSpPr>
            <a:spLocks noGrp="1" noChangeArrowheads="1"/>
          </p:cNvSpPr>
          <p:nvPr>
            <p:ph type="ftr" sz="quarter" idx="11"/>
          </p:nvPr>
        </p:nvSpPr>
        <p:spPr>
          <a:xfrm>
            <a:off x="4165600" y="6613528"/>
            <a:ext cx="3860800" cy="244475"/>
          </a:xfrm>
        </p:spPr>
        <p:txBody>
          <a:bodyPr/>
          <a:lstStyle>
            <a:lvl1pPr>
              <a:defRPr sz="1000">
                <a:solidFill>
                  <a:schemeClr val="bg1"/>
                </a:solidFill>
              </a:defRPr>
            </a:lvl1pPr>
          </a:lstStyle>
          <a:p>
            <a:endParaRPr lang="en-US"/>
          </a:p>
        </p:txBody>
      </p:sp>
      <p:sp>
        <p:nvSpPr>
          <p:cNvPr id="26" name="Rectangle 25"/>
          <p:cNvSpPr>
            <a:spLocks noGrp="1" noChangeArrowheads="1"/>
          </p:cNvSpPr>
          <p:nvPr>
            <p:ph type="sldNum" sz="quarter" idx="12"/>
          </p:nvPr>
        </p:nvSpPr>
        <p:spPr>
          <a:xfrm>
            <a:off x="8737600" y="6613528"/>
            <a:ext cx="2844800" cy="244475"/>
          </a:xfrm>
        </p:spPr>
        <p:txBody>
          <a:bodyPr/>
          <a:lstStyle>
            <a:lvl1pPr>
              <a:defRPr sz="1000">
                <a:solidFill>
                  <a:schemeClr val="bg1"/>
                </a:solidFill>
              </a:defRPr>
            </a:lvl1pPr>
          </a:lstStyle>
          <a:p>
            <a:fld id="{3F740BC5-2013-4A97-A1F9-D9D1F5D43851}" type="slidenum">
              <a:rPr lang="en-US" smtClean="0"/>
              <a:t>‹#›</a:t>
            </a:fld>
            <a:endParaRPr lang="en-US"/>
          </a:p>
        </p:txBody>
      </p:sp>
      <p:sp>
        <p:nvSpPr>
          <p:cNvPr id="41" name="Rectangle 2"/>
          <p:cNvSpPr>
            <a:spLocks noChangeArrowheads="1"/>
          </p:cNvSpPr>
          <p:nvPr userDrawn="1"/>
        </p:nvSpPr>
        <p:spPr bwMode="auto">
          <a:xfrm>
            <a:off x="0" y="1052513"/>
            <a:ext cx="12192000" cy="215900"/>
          </a:xfrm>
          <a:prstGeom prst="rect">
            <a:avLst/>
          </a:prstGeom>
          <a:gradFill rotWithShape="1">
            <a:gsLst>
              <a:gs pos="0">
                <a:srgbClr val="080808"/>
              </a:gs>
              <a:gs pos="100000">
                <a:srgbClr val="080808">
                  <a:gamma/>
                  <a:tint val="0"/>
                  <a:invGamma/>
                </a:srgbClr>
              </a:gs>
            </a:gsLst>
            <a:lin ang="5400000" scaled="1"/>
          </a:gradFill>
          <a:ln w="9525">
            <a:noFill/>
            <a:miter lim="800000"/>
          </a:ln>
          <a:effectLst/>
        </p:spPr>
        <p:txBody>
          <a:bodyPr wrap="none" anchor="ctr"/>
          <a:lstStyle/>
          <a:p>
            <a:pPr>
              <a:defRPr/>
            </a:pPr>
            <a:endParaRPr lang="en-US" sz="1800">
              <a:cs typeface="+mn-cs"/>
            </a:endParaRPr>
          </a:p>
        </p:txBody>
      </p:sp>
      <p:sp>
        <p:nvSpPr>
          <p:cNvPr id="42" name="Rectangle 3"/>
          <p:cNvSpPr>
            <a:spLocks noChangeArrowheads="1"/>
          </p:cNvSpPr>
          <p:nvPr userDrawn="1"/>
        </p:nvSpPr>
        <p:spPr bwMode="gray">
          <a:xfrm>
            <a:off x="0" y="0"/>
            <a:ext cx="12192000" cy="838200"/>
          </a:xfrm>
          <a:prstGeom prst="rect">
            <a:avLst/>
          </a:prstGeom>
          <a:gradFill rotWithShape="0">
            <a:gsLst>
              <a:gs pos="0">
                <a:schemeClr val="hlink">
                  <a:gamma/>
                  <a:tint val="0"/>
                  <a:invGamma/>
                </a:schemeClr>
              </a:gs>
              <a:gs pos="100000">
                <a:schemeClr val="hlink"/>
              </a:gs>
            </a:gsLst>
            <a:lin ang="0" scaled="1"/>
          </a:gradFill>
          <a:ln w="9525">
            <a:noFill/>
            <a:miter lim="800000"/>
          </a:ln>
          <a:effectLst/>
        </p:spPr>
        <p:txBody>
          <a:bodyPr wrap="none" anchor="ctr"/>
          <a:lstStyle/>
          <a:p>
            <a:pPr>
              <a:defRPr/>
            </a:pPr>
            <a:endParaRPr lang="en-US" sz="1800">
              <a:cs typeface="+mn-cs"/>
            </a:endParaRPr>
          </a:p>
        </p:txBody>
      </p:sp>
      <p:sp>
        <p:nvSpPr>
          <p:cNvPr id="43" name="Rectangle 7"/>
          <p:cNvSpPr>
            <a:spLocks noChangeArrowheads="1"/>
          </p:cNvSpPr>
          <p:nvPr userDrawn="1"/>
        </p:nvSpPr>
        <p:spPr bwMode="gray">
          <a:xfrm>
            <a:off x="0" y="338138"/>
            <a:ext cx="12192000" cy="736600"/>
          </a:xfrm>
          <a:prstGeom prst="rect">
            <a:avLst/>
          </a:prstGeom>
          <a:gradFill rotWithShape="0">
            <a:gsLst>
              <a:gs pos="0">
                <a:schemeClr val="accent2"/>
              </a:gs>
              <a:gs pos="100000">
                <a:schemeClr val="accent2">
                  <a:gamma/>
                  <a:shade val="78824"/>
                  <a:invGamma/>
                </a:schemeClr>
              </a:gs>
            </a:gsLst>
            <a:lin ang="0" scaled="1"/>
          </a:gradFill>
          <a:ln w="9525">
            <a:noFill/>
            <a:miter lim="800000"/>
          </a:ln>
          <a:effectLst/>
        </p:spPr>
        <p:txBody>
          <a:bodyPr wrap="none" anchor="ctr"/>
          <a:lstStyle/>
          <a:p>
            <a:pPr>
              <a:defRPr/>
            </a:pPr>
            <a:endParaRPr lang="en-US" sz="1800">
              <a:cs typeface="+mn-cs"/>
            </a:endParaRPr>
          </a:p>
        </p:txBody>
      </p:sp>
      <p:grpSp>
        <p:nvGrpSpPr>
          <p:cNvPr id="44" name="Group 8"/>
          <p:cNvGrpSpPr/>
          <p:nvPr userDrawn="1"/>
        </p:nvGrpSpPr>
        <p:grpSpPr bwMode="auto">
          <a:xfrm>
            <a:off x="186267" y="342900"/>
            <a:ext cx="1727200" cy="685800"/>
            <a:chOff x="96" y="0"/>
            <a:chExt cx="1248" cy="912"/>
          </a:xfrm>
        </p:grpSpPr>
        <p:sp>
          <p:nvSpPr>
            <p:cNvPr id="45" name="Oval 9" descr="80%"/>
            <p:cNvSpPr>
              <a:spLocks noChangeArrowheads="1"/>
            </p:cNvSpPr>
            <p:nvPr userDrawn="1"/>
          </p:nvSpPr>
          <p:spPr bwMode="gray">
            <a:xfrm>
              <a:off x="96" y="0"/>
              <a:ext cx="1248" cy="912"/>
            </a:xfrm>
            <a:prstGeom prst="ellipse">
              <a:avLst/>
            </a:prstGeom>
            <a:pattFill prst="pct80">
              <a:fgClr>
                <a:schemeClr val="accent2"/>
              </a:fgClr>
              <a:bgClr>
                <a:schemeClr val="tx2"/>
              </a:bgClr>
            </a:pattFill>
            <a:ln w="9525">
              <a:noFill/>
              <a:round/>
            </a:ln>
            <a:effectLst/>
          </p:spPr>
          <p:txBody>
            <a:bodyPr wrap="none" anchor="ctr"/>
            <a:lstStyle/>
            <a:p>
              <a:pPr>
                <a:defRPr/>
              </a:pPr>
              <a:endParaRPr lang="en-US" sz="1800">
                <a:cs typeface="+mn-cs"/>
              </a:endParaRPr>
            </a:p>
          </p:txBody>
        </p:sp>
        <p:sp>
          <p:nvSpPr>
            <p:cNvPr id="46" name="Oval 10" descr="75%"/>
            <p:cNvSpPr>
              <a:spLocks noChangeArrowheads="1"/>
            </p:cNvSpPr>
            <p:nvPr userDrawn="1"/>
          </p:nvSpPr>
          <p:spPr bwMode="gray">
            <a:xfrm>
              <a:off x="289" y="103"/>
              <a:ext cx="815" cy="673"/>
            </a:xfrm>
            <a:prstGeom prst="ellipse">
              <a:avLst/>
            </a:prstGeom>
            <a:pattFill prst="pct75">
              <a:fgClr>
                <a:schemeClr val="accent2"/>
              </a:fgClr>
              <a:bgClr>
                <a:schemeClr val="tx1"/>
              </a:bgClr>
            </a:pattFill>
            <a:ln w="9525">
              <a:noFill/>
              <a:round/>
            </a:ln>
            <a:effectLst/>
          </p:spPr>
          <p:txBody>
            <a:bodyPr wrap="none" anchor="ctr"/>
            <a:lstStyle/>
            <a:p>
              <a:pPr>
                <a:defRPr/>
              </a:pPr>
              <a:endParaRPr lang="en-US" sz="1800">
                <a:cs typeface="+mn-cs"/>
              </a:endParaRPr>
            </a:p>
          </p:txBody>
        </p:sp>
        <p:sp>
          <p:nvSpPr>
            <p:cNvPr id="47" name="Oval 11" descr="80%"/>
            <p:cNvSpPr>
              <a:spLocks noChangeArrowheads="1"/>
            </p:cNvSpPr>
            <p:nvPr userDrawn="1"/>
          </p:nvSpPr>
          <p:spPr bwMode="gray">
            <a:xfrm>
              <a:off x="440" y="247"/>
              <a:ext cx="480" cy="384"/>
            </a:xfrm>
            <a:prstGeom prst="ellipse">
              <a:avLst/>
            </a:prstGeom>
            <a:pattFill prst="pct80">
              <a:fgClr>
                <a:schemeClr val="accent2"/>
              </a:fgClr>
              <a:bgClr>
                <a:schemeClr val="tx1"/>
              </a:bgClr>
            </a:pattFill>
            <a:ln w="9525">
              <a:noFill/>
              <a:round/>
            </a:ln>
            <a:effectLst/>
          </p:spPr>
          <p:txBody>
            <a:bodyPr wrap="none" anchor="ctr"/>
            <a:lstStyle/>
            <a:p>
              <a:pPr>
                <a:defRPr/>
              </a:pPr>
              <a:endParaRPr lang="en-US" sz="1800">
                <a:cs typeface="+mn-cs"/>
              </a:endParaRPr>
            </a:p>
          </p:txBody>
        </p:sp>
      </p:grpSp>
      <p:grpSp>
        <p:nvGrpSpPr>
          <p:cNvPr id="48" name="Group 12"/>
          <p:cNvGrpSpPr/>
          <p:nvPr userDrawn="1"/>
        </p:nvGrpSpPr>
        <p:grpSpPr bwMode="auto">
          <a:xfrm>
            <a:off x="0" y="914400"/>
            <a:ext cx="12192000" cy="219075"/>
            <a:chOff x="0" y="576"/>
            <a:chExt cx="5760" cy="138"/>
          </a:xfrm>
        </p:grpSpPr>
        <p:sp>
          <p:nvSpPr>
            <p:cNvPr id="49" name="Rectangle 13"/>
            <p:cNvSpPr>
              <a:spLocks noChangeArrowheads="1"/>
            </p:cNvSpPr>
            <p:nvPr/>
          </p:nvSpPr>
          <p:spPr bwMode="gray">
            <a:xfrm flipH="1" flipV="1">
              <a:off x="0" y="666"/>
              <a:ext cx="5760" cy="48"/>
            </a:xfrm>
            <a:prstGeom prst="rect">
              <a:avLst/>
            </a:prstGeom>
            <a:solidFill>
              <a:schemeClr val="accent1"/>
            </a:solidFill>
            <a:ln w="9525">
              <a:noFill/>
              <a:miter lim="800000"/>
            </a:ln>
            <a:effectLst/>
          </p:spPr>
          <p:txBody>
            <a:bodyPr wrap="none" anchor="ctr"/>
            <a:lstStyle/>
            <a:p>
              <a:pPr>
                <a:defRPr/>
              </a:pPr>
              <a:endParaRPr lang="en-US" sz="1800">
                <a:cs typeface="+mn-cs"/>
              </a:endParaRPr>
            </a:p>
          </p:txBody>
        </p:sp>
        <p:sp>
          <p:nvSpPr>
            <p:cNvPr id="50" name="Rectangle 14"/>
            <p:cNvSpPr>
              <a:spLocks noChangeArrowheads="1"/>
            </p:cNvSpPr>
            <p:nvPr/>
          </p:nvSpPr>
          <p:spPr bwMode="gray">
            <a:xfrm flipH="1" flipV="1">
              <a:off x="4656" y="576"/>
              <a:ext cx="1104" cy="96"/>
            </a:xfrm>
            <a:prstGeom prst="rect">
              <a:avLst/>
            </a:prstGeom>
            <a:solidFill>
              <a:schemeClr val="accent1"/>
            </a:solidFill>
            <a:ln w="9525">
              <a:noFill/>
              <a:miter lim="800000"/>
            </a:ln>
            <a:effectLst/>
          </p:spPr>
          <p:txBody>
            <a:bodyPr wrap="none" anchor="ctr"/>
            <a:lstStyle/>
            <a:p>
              <a:pPr>
                <a:defRPr/>
              </a:pPr>
              <a:endParaRPr lang="en-US" sz="1800">
                <a:cs typeface="+mn-cs"/>
              </a:endParaRPr>
            </a:p>
          </p:txBody>
        </p:sp>
        <p:sp>
          <p:nvSpPr>
            <p:cNvPr id="51" name="Freeform 15"/>
            <p:cNvSpPr/>
            <p:nvPr/>
          </p:nvSpPr>
          <p:spPr bwMode="gray">
            <a:xfrm flipH="1" flipV="1">
              <a:off x="4560" y="576"/>
              <a:ext cx="96" cy="96"/>
            </a:xfrm>
            <a:custGeom>
              <a:avLst/>
              <a:gdLst/>
              <a:ahLst/>
              <a:cxnLst>
                <a:cxn ang="0">
                  <a:pos x="192" y="0"/>
                </a:cxn>
                <a:cxn ang="0">
                  <a:pos x="0" y="0"/>
                </a:cxn>
                <a:cxn ang="0">
                  <a:pos x="0" y="192"/>
                </a:cxn>
                <a:cxn ang="0">
                  <a:pos x="192" y="0"/>
                </a:cxn>
              </a:cxnLst>
              <a:rect l="0" t="0" r="r" b="b"/>
              <a:pathLst>
                <a:path w="192" h="192">
                  <a:moveTo>
                    <a:pt x="192" y="0"/>
                  </a:moveTo>
                  <a:lnTo>
                    <a:pt x="0" y="0"/>
                  </a:lnTo>
                  <a:lnTo>
                    <a:pt x="0" y="192"/>
                  </a:lnTo>
                  <a:lnTo>
                    <a:pt x="192" y="0"/>
                  </a:lnTo>
                  <a:close/>
                </a:path>
              </a:pathLst>
            </a:custGeom>
            <a:solidFill>
              <a:schemeClr val="accent1"/>
            </a:solidFill>
            <a:ln w="9525">
              <a:noFill/>
              <a:round/>
            </a:ln>
            <a:effectLst/>
          </p:spPr>
          <p:txBody>
            <a:bodyPr/>
            <a:lstStyle/>
            <a:p>
              <a:pPr>
                <a:defRPr/>
              </a:pPr>
              <a:endParaRPr lang="en-US" sz="1800">
                <a:cs typeface="+mn-cs"/>
              </a:endParaRPr>
            </a:p>
          </p:txBody>
        </p:sp>
      </p:grpSp>
      <p:sp>
        <p:nvSpPr>
          <p:cNvPr id="52" name="Line 16"/>
          <p:cNvSpPr>
            <a:spLocks noChangeShapeType="1"/>
          </p:cNvSpPr>
          <p:nvPr userDrawn="1"/>
        </p:nvSpPr>
        <p:spPr bwMode="auto">
          <a:xfrm>
            <a:off x="14817" y="1050925"/>
            <a:ext cx="9652000" cy="0"/>
          </a:xfrm>
          <a:prstGeom prst="line">
            <a:avLst/>
          </a:prstGeom>
          <a:noFill/>
          <a:ln w="9525">
            <a:solidFill>
              <a:schemeClr val="bg1"/>
            </a:solidFill>
            <a:round/>
          </a:ln>
          <a:effectLst/>
        </p:spPr>
        <p:txBody>
          <a:bodyPr/>
          <a:lstStyle/>
          <a:p>
            <a:pPr>
              <a:defRPr/>
            </a:pPr>
            <a:endParaRPr lang="en-US" sz="1800">
              <a:cs typeface="+mn-cs"/>
            </a:endParaRPr>
          </a:p>
        </p:txBody>
      </p:sp>
      <p:sp>
        <p:nvSpPr>
          <p:cNvPr id="53" name="Line 17"/>
          <p:cNvSpPr>
            <a:spLocks noChangeShapeType="1"/>
          </p:cNvSpPr>
          <p:nvPr userDrawn="1"/>
        </p:nvSpPr>
        <p:spPr bwMode="auto">
          <a:xfrm>
            <a:off x="9855200" y="914400"/>
            <a:ext cx="2328333" cy="0"/>
          </a:xfrm>
          <a:prstGeom prst="line">
            <a:avLst/>
          </a:prstGeom>
          <a:noFill/>
          <a:ln w="9525">
            <a:solidFill>
              <a:schemeClr val="bg1"/>
            </a:solidFill>
            <a:round/>
          </a:ln>
          <a:effectLst/>
        </p:spPr>
        <p:txBody>
          <a:bodyPr/>
          <a:lstStyle/>
          <a:p>
            <a:pPr>
              <a:defRPr/>
            </a:pPr>
            <a:endParaRPr lang="en-US" sz="1800">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269445"/>
            <a:ext cx="10058400" cy="868362"/>
          </a:xfrm>
        </p:spPr>
        <p:txBody>
          <a:bodyPr/>
          <a:lstStyle>
            <a:lvl1pPr>
              <a:defRPr sz="3400" b="1">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p>
        </p:txBody>
      </p:sp>
      <p:sp>
        <p:nvSpPr>
          <p:cNvPr id="3" name="Content Placeholder 2"/>
          <p:cNvSpPr>
            <a:spLocks noGrp="1"/>
          </p:cNvSpPr>
          <p:nvPr>
            <p:ph idx="1"/>
          </p:nvPr>
        </p:nvSpPr>
        <p:spPr>
          <a:xfrm>
            <a:off x="609600" y="1340768"/>
            <a:ext cx="10972800" cy="4983832"/>
          </a:xfrm>
        </p:spPr>
        <p:txBody>
          <a:bodyPr/>
          <a:lstStyle>
            <a:lvl1pPr>
              <a:buClr>
                <a:schemeClr val="tx1"/>
              </a:buClr>
              <a:defRPr sz="2600">
                <a:latin typeface="Tahoma" panose="020B0604030504040204" pitchFamily="34" charset="0"/>
                <a:ea typeface="Tahoma" panose="020B0604030504040204" pitchFamily="34" charset="0"/>
                <a:cs typeface="Tahoma" panose="020B0604030504040204" pitchFamily="34" charset="0"/>
              </a:defRPr>
            </a:lvl1pPr>
            <a:lvl2pPr>
              <a:buClr>
                <a:schemeClr val="tx1"/>
              </a:buClr>
              <a:defRPr sz="2600">
                <a:latin typeface="Tahoma" panose="020B0604030504040204" pitchFamily="34" charset="0"/>
                <a:ea typeface="Tahoma" panose="020B0604030504040204" pitchFamily="34" charset="0"/>
                <a:cs typeface="Tahoma" panose="020B0604030504040204" pitchFamily="34" charset="0"/>
              </a:defRPr>
            </a:lvl2pPr>
            <a:lvl3pPr>
              <a:buClr>
                <a:schemeClr val="tx1"/>
              </a:buClr>
              <a:defRPr sz="2600">
                <a:latin typeface="Tahoma" panose="020B0604030504040204" pitchFamily="34" charset="0"/>
                <a:ea typeface="Tahoma" panose="020B0604030504040204" pitchFamily="34" charset="0"/>
                <a:cs typeface="Tahoma" panose="020B0604030504040204" pitchFamily="34" charset="0"/>
              </a:defRPr>
            </a:lvl3pPr>
            <a:lvl4pPr>
              <a:buClr>
                <a:schemeClr val="tx1"/>
              </a:buClr>
              <a:defRPr sz="2600">
                <a:latin typeface="Tahoma" panose="020B0604030504040204" pitchFamily="34" charset="0"/>
                <a:ea typeface="Tahoma" panose="020B0604030504040204" pitchFamily="34" charset="0"/>
                <a:cs typeface="Tahoma" panose="020B0604030504040204" pitchFamily="34" charset="0"/>
              </a:defRPr>
            </a:lvl4pPr>
            <a:lvl5pPr>
              <a:buClr>
                <a:schemeClr val="tx1"/>
              </a:buClr>
              <a:defRPr sz="2600">
                <a:latin typeface="Tahoma" panose="020B0604030504040204" pitchFamily="34" charset="0"/>
                <a:ea typeface="Tahoma" panose="020B0604030504040204" pitchFamily="34" charset="0"/>
                <a:cs typeface="Tahoma" panose="020B060403050404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1"/>
          <p:cNvSpPr>
            <a:spLocks noGrp="1" noChangeArrowheads="1"/>
          </p:cNvSpPr>
          <p:nvPr>
            <p:ph type="ftr" sz="quarter" idx="11"/>
          </p:nvPr>
        </p:nvSpPr>
        <p:spPr/>
        <p:txBody>
          <a:bodyPr/>
          <a:lstStyle>
            <a:lvl1pPr>
              <a:defRPr/>
            </a:lvl1pPr>
          </a:lstStyle>
          <a:p>
            <a:endParaRPr lang="en-US"/>
          </a:p>
        </p:txBody>
      </p:sp>
      <p:sp>
        <p:nvSpPr>
          <p:cNvPr id="6" name="Rectangle 22"/>
          <p:cNvSpPr>
            <a:spLocks noGrp="1" noChangeArrowheads="1"/>
          </p:cNvSpPr>
          <p:nvPr>
            <p:ph type="sldNum" sz="quarter" idx="12"/>
          </p:nvPr>
        </p:nvSpPr>
        <p:spPr/>
        <p:txBody>
          <a:bodyPr/>
          <a:lstStyle>
            <a:lvl1pPr>
              <a:defRPr/>
            </a:lvl1pPr>
          </a:lstStyle>
          <a:p>
            <a:fld id="{3F740BC5-2013-4A97-A1F9-D9D1F5D4385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Rectangle 21"/>
          <p:cNvSpPr>
            <a:spLocks noGrp="1" noChangeArrowheads="1"/>
          </p:cNvSpPr>
          <p:nvPr>
            <p:ph type="ftr" sz="quarter" idx="11"/>
          </p:nvPr>
        </p:nvSpPr>
        <p:spPr/>
        <p:txBody>
          <a:bodyPr/>
          <a:lstStyle>
            <a:lvl1pPr>
              <a:defRPr/>
            </a:lvl1pPr>
          </a:lstStyle>
          <a:p>
            <a:endParaRPr lang="en-US"/>
          </a:p>
        </p:txBody>
      </p:sp>
      <p:sp>
        <p:nvSpPr>
          <p:cNvPr id="6" name="Rectangle 22"/>
          <p:cNvSpPr>
            <a:spLocks noGrp="1" noChangeArrowheads="1"/>
          </p:cNvSpPr>
          <p:nvPr>
            <p:ph type="sldNum" sz="quarter" idx="12"/>
          </p:nvPr>
        </p:nvSpPr>
        <p:spPr/>
        <p:txBody>
          <a:bodyPr/>
          <a:lstStyle>
            <a:lvl1pPr>
              <a:defRPr/>
            </a:lvl1pPr>
          </a:lstStyle>
          <a:p>
            <a:fld id="{3F740BC5-2013-4A97-A1F9-D9D1F5D4385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371600"/>
            <a:ext cx="53848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371600"/>
            <a:ext cx="53848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1"/>
          <p:cNvSpPr>
            <a:spLocks noGrp="1" noChangeArrowheads="1"/>
          </p:cNvSpPr>
          <p:nvPr>
            <p:ph type="ftr" sz="quarter" idx="11"/>
          </p:nvPr>
        </p:nvSpPr>
        <p:spPr/>
        <p:txBody>
          <a:bodyPr/>
          <a:lstStyle>
            <a:lvl1pPr>
              <a:defRPr/>
            </a:lvl1pPr>
          </a:lstStyle>
          <a:p>
            <a:endParaRPr lang="en-US"/>
          </a:p>
        </p:txBody>
      </p:sp>
      <p:sp>
        <p:nvSpPr>
          <p:cNvPr id="7" name="Rectangle 22"/>
          <p:cNvSpPr>
            <a:spLocks noGrp="1" noChangeArrowheads="1"/>
          </p:cNvSpPr>
          <p:nvPr>
            <p:ph type="sldNum" sz="quarter" idx="12"/>
          </p:nvPr>
        </p:nvSpPr>
        <p:spPr/>
        <p:txBody>
          <a:bodyPr/>
          <a:lstStyle>
            <a:lvl1pPr>
              <a:defRPr/>
            </a:lvl1pPr>
          </a:lstStyle>
          <a:p>
            <a:fld id="{3F740BC5-2013-4A97-A1F9-D9D1F5D4385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21"/>
          <p:cNvSpPr>
            <a:spLocks noGrp="1" noChangeArrowheads="1"/>
          </p:cNvSpPr>
          <p:nvPr>
            <p:ph type="ftr" sz="quarter" idx="11"/>
          </p:nvPr>
        </p:nvSpPr>
        <p:spPr/>
        <p:txBody>
          <a:bodyPr/>
          <a:lstStyle>
            <a:lvl1pPr>
              <a:defRPr/>
            </a:lvl1pPr>
          </a:lstStyle>
          <a:p>
            <a:endParaRPr lang="en-US"/>
          </a:p>
        </p:txBody>
      </p:sp>
      <p:sp>
        <p:nvSpPr>
          <p:cNvPr id="9" name="Rectangle 22"/>
          <p:cNvSpPr>
            <a:spLocks noGrp="1" noChangeArrowheads="1"/>
          </p:cNvSpPr>
          <p:nvPr>
            <p:ph type="sldNum" sz="quarter" idx="12"/>
          </p:nvPr>
        </p:nvSpPr>
        <p:spPr/>
        <p:txBody>
          <a:bodyPr/>
          <a:lstStyle>
            <a:lvl1pPr>
              <a:defRPr/>
            </a:lvl1pPr>
          </a:lstStyle>
          <a:p>
            <a:fld id="{3F740BC5-2013-4A97-A1F9-D9D1F5D4385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Rectangle 21"/>
          <p:cNvSpPr>
            <a:spLocks noGrp="1" noChangeArrowheads="1"/>
          </p:cNvSpPr>
          <p:nvPr>
            <p:ph type="ftr" sz="quarter" idx="11"/>
          </p:nvPr>
        </p:nvSpPr>
        <p:spPr/>
        <p:txBody>
          <a:bodyPr/>
          <a:lstStyle>
            <a:lvl1pPr>
              <a:defRPr/>
            </a:lvl1pPr>
          </a:lstStyle>
          <a:p>
            <a:endParaRPr lang="en-US"/>
          </a:p>
        </p:txBody>
      </p:sp>
      <p:sp>
        <p:nvSpPr>
          <p:cNvPr id="5" name="Rectangle 22"/>
          <p:cNvSpPr>
            <a:spLocks noGrp="1" noChangeArrowheads="1"/>
          </p:cNvSpPr>
          <p:nvPr>
            <p:ph type="sldNum" sz="quarter" idx="12"/>
          </p:nvPr>
        </p:nvSpPr>
        <p:spPr/>
        <p:txBody>
          <a:bodyPr/>
          <a:lstStyle>
            <a:lvl1pPr>
              <a:defRPr/>
            </a:lvl1pPr>
          </a:lstStyle>
          <a:p>
            <a:fld id="{3F740BC5-2013-4A97-A1F9-D9D1F5D4385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21"/>
          <p:cNvSpPr>
            <a:spLocks noGrp="1" noChangeArrowheads="1"/>
          </p:cNvSpPr>
          <p:nvPr>
            <p:ph type="ftr" sz="quarter" idx="11"/>
          </p:nvPr>
        </p:nvSpPr>
        <p:spPr/>
        <p:txBody>
          <a:bodyPr/>
          <a:lstStyle>
            <a:lvl1pPr>
              <a:defRPr/>
            </a:lvl1pPr>
          </a:lstStyle>
          <a:p>
            <a:endParaRPr lang="en-US"/>
          </a:p>
        </p:txBody>
      </p:sp>
      <p:sp>
        <p:nvSpPr>
          <p:cNvPr id="4" name="Rectangle 22"/>
          <p:cNvSpPr>
            <a:spLocks noGrp="1" noChangeArrowheads="1"/>
          </p:cNvSpPr>
          <p:nvPr>
            <p:ph type="sldNum" sz="quarter" idx="12"/>
          </p:nvPr>
        </p:nvSpPr>
        <p:spPr/>
        <p:txBody>
          <a:bodyPr/>
          <a:lstStyle>
            <a:lvl1pPr>
              <a:defRPr/>
            </a:lvl1pPr>
          </a:lstStyle>
          <a:p>
            <a:fld id="{3F740BC5-2013-4A97-A1F9-D9D1F5D4385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21"/>
          <p:cNvSpPr>
            <a:spLocks noGrp="1" noChangeArrowheads="1"/>
          </p:cNvSpPr>
          <p:nvPr>
            <p:ph type="ftr" sz="quarter" idx="11"/>
          </p:nvPr>
        </p:nvSpPr>
        <p:spPr/>
        <p:txBody>
          <a:bodyPr/>
          <a:lstStyle>
            <a:lvl1pPr>
              <a:defRPr/>
            </a:lvl1pPr>
          </a:lstStyle>
          <a:p>
            <a:endParaRPr lang="en-US"/>
          </a:p>
        </p:txBody>
      </p:sp>
      <p:sp>
        <p:nvSpPr>
          <p:cNvPr id="7" name="Rectangle 22"/>
          <p:cNvSpPr>
            <a:spLocks noGrp="1" noChangeArrowheads="1"/>
          </p:cNvSpPr>
          <p:nvPr>
            <p:ph type="sldNum" sz="quarter" idx="12"/>
          </p:nvPr>
        </p:nvSpPr>
        <p:spPr/>
        <p:txBody>
          <a:bodyPr/>
          <a:lstStyle>
            <a:lvl1pPr>
              <a:defRPr/>
            </a:lvl1pPr>
          </a:lstStyle>
          <a:p>
            <a:fld id="{3F740BC5-2013-4A97-A1F9-D9D1F5D4385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21"/>
          <p:cNvSpPr>
            <a:spLocks noGrp="1" noChangeArrowheads="1"/>
          </p:cNvSpPr>
          <p:nvPr>
            <p:ph type="ftr" sz="quarter" idx="11"/>
          </p:nvPr>
        </p:nvSpPr>
        <p:spPr/>
        <p:txBody>
          <a:bodyPr/>
          <a:lstStyle>
            <a:lvl1pPr>
              <a:defRPr/>
            </a:lvl1pPr>
          </a:lstStyle>
          <a:p>
            <a:endParaRPr lang="en-US"/>
          </a:p>
        </p:txBody>
      </p:sp>
      <p:sp>
        <p:nvSpPr>
          <p:cNvPr id="7" name="Rectangle 22"/>
          <p:cNvSpPr>
            <a:spLocks noGrp="1" noChangeArrowheads="1"/>
          </p:cNvSpPr>
          <p:nvPr>
            <p:ph type="sldNum" sz="quarter" idx="12"/>
          </p:nvPr>
        </p:nvSpPr>
        <p:spPr/>
        <p:txBody>
          <a:bodyPr/>
          <a:lstStyle>
            <a:lvl1pPr>
              <a:defRPr/>
            </a:lvl1pPr>
          </a:lstStyle>
          <a:p>
            <a:fld id="{3F740BC5-2013-4A97-A1F9-D9D1F5D4385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1"/>
          <p:cNvSpPr>
            <a:spLocks noGrp="1" noChangeArrowheads="1"/>
          </p:cNvSpPr>
          <p:nvPr>
            <p:ph type="ftr" sz="quarter" idx="11"/>
          </p:nvPr>
        </p:nvSpPr>
        <p:spPr/>
        <p:txBody>
          <a:bodyPr/>
          <a:lstStyle>
            <a:lvl1pPr>
              <a:defRPr/>
            </a:lvl1pPr>
          </a:lstStyle>
          <a:p>
            <a:endParaRPr lang="en-US"/>
          </a:p>
        </p:txBody>
      </p:sp>
      <p:sp>
        <p:nvSpPr>
          <p:cNvPr id="6" name="Rectangle 22"/>
          <p:cNvSpPr>
            <a:spLocks noGrp="1" noChangeArrowheads="1"/>
          </p:cNvSpPr>
          <p:nvPr>
            <p:ph type="sldNum" sz="quarter" idx="12"/>
          </p:nvPr>
        </p:nvSpPr>
        <p:spPr/>
        <p:txBody>
          <a:bodyPr/>
          <a:lstStyle>
            <a:lvl1pPr>
              <a:defRPr/>
            </a:lvl1pPr>
          </a:lstStyle>
          <a:p>
            <a:fld id="{3F740BC5-2013-4A97-A1F9-D9D1F5D4385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3800" y="274638"/>
            <a:ext cx="2768600" cy="60499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8000" y="274638"/>
            <a:ext cx="8102600" cy="60499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1"/>
          <p:cNvSpPr>
            <a:spLocks noGrp="1" noChangeArrowheads="1"/>
          </p:cNvSpPr>
          <p:nvPr>
            <p:ph type="ftr" sz="quarter" idx="11"/>
          </p:nvPr>
        </p:nvSpPr>
        <p:spPr/>
        <p:txBody>
          <a:bodyPr/>
          <a:lstStyle>
            <a:lvl1pPr>
              <a:defRPr/>
            </a:lvl1pPr>
          </a:lstStyle>
          <a:p>
            <a:endParaRPr lang="en-US"/>
          </a:p>
        </p:txBody>
      </p:sp>
      <p:sp>
        <p:nvSpPr>
          <p:cNvPr id="6" name="Rectangle 22"/>
          <p:cNvSpPr>
            <a:spLocks noGrp="1" noChangeArrowheads="1"/>
          </p:cNvSpPr>
          <p:nvPr>
            <p:ph type="sldNum" sz="quarter" idx="12"/>
          </p:nvPr>
        </p:nvSpPr>
        <p:spPr/>
        <p:txBody>
          <a:bodyPr/>
          <a:lstStyle>
            <a:lvl1pPr>
              <a:defRPr/>
            </a:lvl1pPr>
          </a:lstStyle>
          <a:p>
            <a:fld id="{3F740BC5-2013-4A97-A1F9-D9D1F5D43851}"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1406D-0B25-40DF-B9CB-564455B15113}"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1406D-0B25-40DF-B9CB-564455B15113}"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1406D-0B25-40DF-B9CB-564455B15113}"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E1406D-0B25-40DF-B9CB-564455B15113}"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E1406D-0B25-40DF-B9CB-564455B15113}"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E1406D-0B25-40DF-B9CB-564455B15113}"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E1406D-0B25-40DF-B9CB-564455B15113}"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E1406D-0B25-40DF-B9CB-564455B15113}"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E1406D-0B25-40DF-B9CB-564455B15113}"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1406D-0B25-40DF-B9CB-564455B15113}"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E1406D-0B25-40DF-B9CB-564455B1511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0" y="1052513"/>
            <a:ext cx="12192000" cy="215900"/>
          </a:xfrm>
          <a:prstGeom prst="rect">
            <a:avLst/>
          </a:prstGeom>
          <a:gradFill rotWithShape="1">
            <a:gsLst>
              <a:gs pos="0">
                <a:srgbClr val="080808"/>
              </a:gs>
              <a:gs pos="100000">
                <a:srgbClr val="080808">
                  <a:gamma/>
                  <a:tint val="0"/>
                  <a:invGamma/>
                </a:srgbClr>
              </a:gs>
            </a:gsLst>
            <a:lin ang="5400000" scaled="1"/>
          </a:gradFill>
          <a:ln w="9525">
            <a:noFill/>
            <a:miter lim="800000"/>
          </a:ln>
          <a:effectLst/>
        </p:spPr>
        <p:txBody>
          <a:bodyPr wrap="none" anchor="ctr"/>
          <a:lstStyle/>
          <a:p>
            <a:pPr>
              <a:defRPr/>
            </a:pPr>
            <a:endParaRPr lang="en-US" sz="1800">
              <a:cs typeface="+mn-cs"/>
            </a:endParaRPr>
          </a:p>
        </p:txBody>
      </p:sp>
      <p:sp>
        <p:nvSpPr>
          <p:cNvPr id="24579" name="Rectangle 3"/>
          <p:cNvSpPr>
            <a:spLocks noChangeArrowheads="1"/>
          </p:cNvSpPr>
          <p:nvPr/>
        </p:nvSpPr>
        <p:spPr bwMode="gray">
          <a:xfrm>
            <a:off x="0" y="0"/>
            <a:ext cx="12192000" cy="838200"/>
          </a:xfrm>
          <a:prstGeom prst="rect">
            <a:avLst/>
          </a:prstGeom>
          <a:gradFill rotWithShape="0">
            <a:gsLst>
              <a:gs pos="0">
                <a:schemeClr val="hlink">
                  <a:gamma/>
                  <a:tint val="0"/>
                  <a:invGamma/>
                </a:schemeClr>
              </a:gs>
              <a:gs pos="100000">
                <a:schemeClr val="hlink"/>
              </a:gs>
            </a:gsLst>
            <a:lin ang="0" scaled="1"/>
          </a:gradFill>
          <a:ln w="9525">
            <a:noFill/>
            <a:miter lim="800000"/>
          </a:ln>
          <a:effectLst/>
        </p:spPr>
        <p:txBody>
          <a:bodyPr wrap="none" anchor="ctr"/>
          <a:lstStyle/>
          <a:p>
            <a:pPr>
              <a:defRPr/>
            </a:pPr>
            <a:endParaRPr lang="en-US" sz="1800">
              <a:cs typeface="+mn-cs"/>
            </a:endParaRPr>
          </a:p>
        </p:txBody>
      </p:sp>
      <p:sp>
        <p:nvSpPr>
          <p:cNvPr id="24583" name="Rectangle 7"/>
          <p:cNvSpPr>
            <a:spLocks noChangeArrowheads="1"/>
          </p:cNvSpPr>
          <p:nvPr/>
        </p:nvSpPr>
        <p:spPr bwMode="gray">
          <a:xfrm>
            <a:off x="0" y="338138"/>
            <a:ext cx="12192000" cy="736600"/>
          </a:xfrm>
          <a:prstGeom prst="rect">
            <a:avLst/>
          </a:prstGeom>
          <a:gradFill rotWithShape="0">
            <a:gsLst>
              <a:gs pos="0">
                <a:schemeClr val="accent2"/>
              </a:gs>
              <a:gs pos="100000">
                <a:schemeClr val="accent2">
                  <a:gamma/>
                  <a:shade val="78824"/>
                  <a:invGamma/>
                </a:schemeClr>
              </a:gs>
            </a:gsLst>
            <a:lin ang="0" scaled="1"/>
          </a:gradFill>
          <a:ln w="9525">
            <a:noFill/>
            <a:miter lim="800000"/>
          </a:ln>
          <a:effectLst/>
        </p:spPr>
        <p:txBody>
          <a:bodyPr wrap="none" anchor="ctr"/>
          <a:lstStyle/>
          <a:p>
            <a:pPr>
              <a:defRPr/>
            </a:pPr>
            <a:endParaRPr lang="en-US" sz="1800">
              <a:cs typeface="+mn-cs"/>
            </a:endParaRPr>
          </a:p>
        </p:txBody>
      </p:sp>
      <p:grpSp>
        <p:nvGrpSpPr>
          <p:cNvPr id="1032" name="Group 8"/>
          <p:cNvGrpSpPr/>
          <p:nvPr/>
        </p:nvGrpSpPr>
        <p:grpSpPr bwMode="auto">
          <a:xfrm>
            <a:off x="186267" y="342900"/>
            <a:ext cx="1727200" cy="685800"/>
            <a:chOff x="96" y="0"/>
            <a:chExt cx="1248" cy="912"/>
          </a:xfrm>
        </p:grpSpPr>
        <p:sp>
          <p:nvSpPr>
            <p:cNvPr id="24585" name="Oval 9" descr="80%"/>
            <p:cNvSpPr>
              <a:spLocks noChangeArrowheads="1"/>
            </p:cNvSpPr>
            <p:nvPr userDrawn="1"/>
          </p:nvSpPr>
          <p:spPr bwMode="gray">
            <a:xfrm>
              <a:off x="96" y="0"/>
              <a:ext cx="1248" cy="912"/>
            </a:xfrm>
            <a:prstGeom prst="ellipse">
              <a:avLst/>
            </a:prstGeom>
            <a:pattFill prst="pct80">
              <a:fgClr>
                <a:schemeClr val="accent2"/>
              </a:fgClr>
              <a:bgClr>
                <a:schemeClr val="tx2"/>
              </a:bgClr>
            </a:pattFill>
            <a:ln w="9525">
              <a:noFill/>
              <a:round/>
            </a:ln>
            <a:effectLst/>
          </p:spPr>
          <p:txBody>
            <a:bodyPr wrap="none" anchor="ctr"/>
            <a:lstStyle/>
            <a:p>
              <a:pPr>
                <a:defRPr/>
              </a:pPr>
              <a:endParaRPr lang="en-US" sz="1800">
                <a:cs typeface="+mn-cs"/>
              </a:endParaRPr>
            </a:p>
          </p:txBody>
        </p:sp>
        <p:sp>
          <p:nvSpPr>
            <p:cNvPr id="24586" name="Oval 10" descr="75%"/>
            <p:cNvSpPr>
              <a:spLocks noChangeArrowheads="1"/>
            </p:cNvSpPr>
            <p:nvPr userDrawn="1"/>
          </p:nvSpPr>
          <p:spPr bwMode="gray">
            <a:xfrm>
              <a:off x="289" y="103"/>
              <a:ext cx="815" cy="673"/>
            </a:xfrm>
            <a:prstGeom prst="ellipse">
              <a:avLst/>
            </a:prstGeom>
            <a:pattFill prst="pct75">
              <a:fgClr>
                <a:schemeClr val="accent2"/>
              </a:fgClr>
              <a:bgClr>
                <a:schemeClr val="tx1"/>
              </a:bgClr>
            </a:pattFill>
            <a:ln w="9525">
              <a:noFill/>
              <a:round/>
            </a:ln>
            <a:effectLst/>
          </p:spPr>
          <p:txBody>
            <a:bodyPr wrap="none" anchor="ctr"/>
            <a:lstStyle/>
            <a:p>
              <a:pPr>
                <a:defRPr/>
              </a:pPr>
              <a:endParaRPr lang="en-US" sz="1800">
                <a:cs typeface="+mn-cs"/>
              </a:endParaRPr>
            </a:p>
          </p:txBody>
        </p:sp>
        <p:sp>
          <p:nvSpPr>
            <p:cNvPr id="24587" name="Oval 11" descr="80%"/>
            <p:cNvSpPr>
              <a:spLocks noChangeArrowheads="1"/>
            </p:cNvSpPr>
            <p:nvPr userDrawn="1"/>
          </p:nvSpPr>
          <p:spPr bwMode="gray">
            <a:xfrm>
              <a:off x="440" y="247"/>
              <a:ext cx="480" cy="384"/>
            </a:xfrm>
            <a:prstGeom prst="ellipse">
              <a:avLst/>
            </a:prstGeom>
            <a:pattFill prst="pct80">
              <a:fgClr>
                <a:schemeClr val="accent2"/>
              </a:fgClr>
              <a:bgClr>
                <a:schemeClr val="tx1"/>
              </a:bgClr>
            </a:pattFill>
            <a:ln w="9525">
              <a:noFill/>
              <a:round/>
            </a:ln>
            <a:effectLst/>
          </p:spPr>
          <p:txBody>
            <a:bodyPr wrap="none" anchor="ctr"/>
            <a:lstStyle/>
            <a:p>
              <a:pPr>
                <a:defRPr/>
              </a:pPr>
              <a:endParaRPr lang="en-US" sz="1800">
                <a:cs typeface="+mn-cs"/>
              </a:endParaRPr>
            </a:p>
          </p:txBody>
        </p:sp>
      </p:grpSp>
      <p:grpSp>
        <p:nvGrpSpPr>
          <p:cNvPr id="1033" name="Group 12"/>
          <p:cNvGrpSpPr/>
          <p:nvPr/>
        </p:nvGrpSpPr>
        <p:grpSpPr bwMode="auto">
          <a:xfrm>
            <a:off x="0" y="914400"/>
            <a:ext cx="12192000" cy="219075"/>
            <a:chOff x="0" y="576"/>
            <a:chExt cx="5760" cy="138"/>
          </a:xfrm>
        </p:grpSpPr>
        <p:sp>
          <p:nvSpPr>
            <p:cNvPr id="24589" name="Rectangle 13"/>
            <p:cNvSpPr>
              <a:spLocks noChangeArrowheads="1"/>
            </p:cNvSpPr>
            <p:nvPr/>
          </p:nvSpPr>
          <p:spPr bwMode="gray">
            <a:xfrm flipH="1" flipV="1">
              <a:off x="0" y="666"/>
              <a:ext cx="5760" cy="48"/>
            </a:xfrm>
            <a:prstGeom prst="rect">
              <a:avLst/>
            </a:prstGeom>
            <a:solidFill>
              <a:schemeClr val="accent1"/>
            </a:solidFill>
            <a:ln w="9525">
              <a:noFill/>
              <a:miter lim="800000"/>
            </a:ln>
            <a:effectLst/>
          </p:spPr>
          <p:txBody>
            <a:bodyPr wrap="none" anchor="ctr"/>
            <a:lstStyle/>
            <a:p>
              <a:pPr>
                <a:defRPr/>
              </a:pPr>
              <a:endParaRPr lang="en-US" sz="1800">
                <a:cs typeface="+mn-cs"/>
              </a:endParaRPr>
            </a:p>
          </p:txBody>
        </p:sp>
        <p:sp>
          <p:nvSpPr>
            <p:cNvPr id="24590" name="Rectangle 14"/>
            <p:cNvSpPr>
              <a:spLocks noChangeArrowheads="1"/>
            </p:cNvSpPr>
            <p:nvPr/>
          </p:nvSpPr>
          <p:spPr bwMode="gray">
            <a:xfrm flipH="1" flipV="1">
              <a:off x="4656" y="576"/>
              <a:ext cx="1104" cy="96"/>
            </a:xfrm>
            <a:prstGeom prst="rect">
              <a:avLst/>
            </a:prstGeom>
            <a:solidFill>
              <a:schemeClr val="accent1"/>
            </a:solidFill>
            <a:ln w="9525">
              <a:noFill/>
              <a:miter lim="800000"/>
            </a:ln>
            <a:effectLst/>
          </p:spPr>
          <p:txBody>
            <a:bodyPr wrap="none" anchor="ctr"/>
            <a:lstStyle/>
            <a:p>
              <a:pPr>
                <a:defRPr/>
              </a:pPr>
              <a:endParaRPr lang="en-US" sz="1800">
                <a:cs typeface="+mn-cs"/>
              </a:endParaRPr>
            </a:p>
          </p:txBody>
        </p:sp>
        <p:sp>
          <p:nvSpPr>
            <p:cNvPr id="24591" name="Freeform 15"/>
            <p:cNvSpPr/>
            <p:nvPr/>
          </p:nvSpPr>
          <p:spPr bwMode="gray">
            <a:xfrm flipH="1" flipV="1">
              <a:off x="4560" y="576"/>
              <a:ext cx="96" cy="96"/>
            </a:xfrm>
            <a:custGeom>
              <a:avLst/>
              <a:gdLst/>
              <a:ahLst/>
              <a:cxnLst>
                <a:cxn ang="0">
                  <a:pos x="192" y="0"/>
                </a:cxn>
                <a:cxn ang="0">
                  <a:pos x="0" y="0"/>
                </a:cxn>
                <a:cxn ang="0">
                  <a:pos x="0" y="192"/>
                </a:cxn>
                <a:cxn ang="0">
                  <a:pos x="192" y="0"/>
                </a:cxn>
              </a:cxnLst>
              <a:rect l="0" t="0" r="r" b="b"/>
              <a:pathLst>
                <a:path w="192" h="192">
                  <a:moveTo>
                    <a:pt x="192" y="0"/>
                  </a:moveTo>
                  <a:lnTo>
                    <a:pt x="0" y="0"/>
                  </a:lnTo>
                  <a:lnTo>
                    <a:pt x="0" y="192"/>
                  </a:lnTo>
                  <a:lnTo>
                    <a:pt x="192" y="0"/>
                  </a:lnTo>
                  <a:close/>
                </a:path>
              </a:pathLst>
            </a:custGeom>
            <a:solidFill>
              <a:schemeClr val="accent1"/>
            </a:solidFill>
            <a:ln w="9525">
              <a:noFill/>
              <a:round/>
            </a:ln>
            <a:effectLst/>
          </p:spPr>
          <p:txBody>
            <a:bodyPr/>
            <a:lstStyle/>
            <a:p>
              <a:pPr>
                <a:defRPr/>
              </a:pPr>
              <a:endParaRPr lang="en-US" sz="1800">
                <a:cs typeface="+mn-cs"/>
              </a:endParaRPr>
            </a:p>
          </p:txBody>
        </p:sp>
      </p:grpSp>
      <p:sp>
        <p:nvSpPr>
          <p:cNvPr id="24592" name="Line 16"/>
          <p:cNvSpPr>
            <a:spLocks noChangeShapeType="1"/>
          </p:cNvSpPr>
          <p:nvPr/>
        </p:nvSpPr>
        <p:spPr bwMode="auto">
          <a:xfrm>
            <a:off x="14817" y="1050925"/>
            <a:ext cx="9652000" cy="0"/>
          </a:xfrm>
          <a:prstGeom prst="line">
            <a:avLst/>
          </a:prstGeom>
          <a:noFill/>
          <a:ln w="9525">
            <a:solidFill>
              <a:schemeClr val="bg1"/>
            </a:solidFill>
            <a:round/>
          </a:ln>
          <a:effectLst/>
        </p:spPr>
        <p:txBody>
          <a:bodyPr/>
          <a:lstStyle/>
          <a:p>
            <a:pPr>
              <a:defRPr/>
            </a:pPr>
            <a:endParaRPr lang="en-US" sz="1800">
              <a:cs typeface="+mn-cs"/>
            </a:endParaRPr>
          </a:p>
        </p:txBody>
      </p:sp>
      <p:sp>
        <p:nvSpPr>
          <p:cNvPr id="24593" name="Line 17"/>
          <p:cNvSpPr>
            <a:spLocks noChangeShapeType="1"/>
          </p:cNvSpPr>
          <p:nvPr/>
        </p:nvSpPr>
        <p:spPr bwMode="auto">
          <a:xfrm>
            <a:off x="9855200" y="914400"/>
            <a:ext cx="2328333" cy="0"/>
          </a:xfrm>
          <a:prstGeom prst="line">
            <a:avLst/>
          </a:prstGeom>
          <a:noFill/>
          <a:ln w="9525">
            <a:solidFill>
              <a:schemeClr val="bg1"/>
            </a:solidFill>
            <a:round/>
          </a:ln>
          <a:effectLst/>
        </p:spPr>
        <p:txBody>
          <a:bodyPr/>
          <a:lstStyle/>
          <a:p>
            <a:pPr>
              <a:defRPr/>
            </a:pPr>
            <a:endParaRPr lang="en-US" sz="1800">
              <a:cs typeface="+mn-cs"/>
            </a:endParaRPr>
          </a:p>
        </p:txBody>
      </p:sp>
      <p:sp>
        <p:nvSpPr>
          <p:cNvPr id="1036" name="Rectangle 18"/>
          <p:cNvSpPr>
            <a:spLocks noGrp="1" noChangeArrowheads="1"/>
          </p:cNvSpPr>
          <p:nvPr>
            <p:ph type="title"/>
          </p:nvPr>
        </p:nvSpPr>
        <p:spPr bwMode="white">
          <a:xfrm>
            <a:off x="508000" y="274638"/>
            <a:ext cx="100584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t>Click to edit Master title style</a:t>
            </a:r>
          </a:p>
        </p:txBody>
      </p:sp>
      <p:sp>
        <p:nvSpPr>
          <p:cNvPr id="1037" name="Rectangle 19"/>
          <p:cNvSpPr>
            <a:spLocks noGrp="1" noChangeArrowheads="1"/>
          </p:cNvSpPr>
          <p:nvPr>
            <p:ph type="body" idx="1"/>
          </p:nvPr>
        </p:nvSpPr>
        <p:spPr bwMode="auto">
          <a:xfrm>
            <a:off x="609600" y="1371600"/>
            <a:ext cx="109728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597" name="Rectangle 21"/>
          <p:cNvSpPr>
            <a:spLocks noGrp="1" noChangeArrowheads="1"/>
          </p:cNvSpPr>
          <p:nvPr>
            <p:ph type="ftr" sz="quarter" idx="3"/>
          </p:nvPr>
        </p:nvSpPr>
        <p:spPr bwMode="auto">
          <a:xfrm>
            <a:off x="4165600" y="6477003"/>
            <a:ext cx="3860800" cy="244475"/>
          </a:xfrm>
          <a:prstGeom prst="rect">
            <a:avLst/>
          </a:prstGeom>
          <a:noFill/>
          <a:ln w="9525">
            <a:noFill/>
            <a:miter lim="800000"/>
          </a:ln>
          <a:effectLst/>
        </p:spPr>
        <p:txBody>
          <a:bodyPr vert="horz" wrap="square" lIns="91440" tIns="45720" rIns="91440" bIns="45720" numCol="1" anchor="t" anchorCtr="0" compatLnSpc="1"/>
          <a:lstStyle>
            <a:lvl1pPr algn="ctr">
              <a:defRPr sz="1200">
                <a:cs typeface="+mn-cs"/>
              </a:defRPr>
            </a:lvl1pPr>
          </a:lstStyle>
          <a:p>
            <a:endParaRPr lang="en-US"/>
          </a:p>
        </p:txBody>
      </p:sp>
      <p:sp>
        <p:nvSpPr>
          <p:cNvPr id="24598" name="Rectangle 22"/>
          <p:cNvSpPr>
            <a:spLocks noGrp="1" noChangeArrowheads="1"/>
          </p:cNvSpPr>
          <p:nvPr>
            <p:ph type="sldNum" sz="quarter" idx="4"/>
          </p:nvPr>
        </p:nvSpPr>
        <p:spPr bwMode="auto">
          <a:xfrm>
            <a:off x="8737600" y="6477003"/>
            <a:ext cx="2844800" cy="244475"/>
          </a:xfrm>
          <a:prstGeom prst="rect">
            <a:avLst/>
          </a:prstGeom>
          <a:noFill/>
          <a:ln w="9525">
            <a:noFill/>
            <a:miter lim="800000"/>
          </a:ln>
          <a:effectLst/>
        </p:spPr>
        <p:txBody>
          <a:bodyPr vert="horz" wrap="square" lIns="91440" tIns="45720" rIns="91440" bIns="45720" numCol="1" anchor="t" anchorCtr="0" compatLnSpc="1"/>
          <a:lstStyle>
            <a:lvl1pPr algn="r">
              <a:defRPr sz="1200">
                <a:cs typeface="+mn-cs"/>
              </a:defRPr>
            </a:lvl1pPr>
          </a:lstStyle>
          <a:p>
            <a:fld id="{3F740BC5-2013-4A97-A1F9-D9D1F5D4385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1" fontAlgn="base" hangingPunct="1">
        <a:spcBef>
          <a:spcPct val="0"/>
        </a:spcBef>
        <a:spcAft>
          <a:spcPct val="0"/>
        </a:spcAft>
        <a:defRPr sz="4000" b="1">
          <a:solidFill>
            <a:schemeClr val="bg1"/>
          </a:solidFill>
          <a:latin typeface="+mj-lt"/>
          <a:ea typeface="+mj-ea"/>
          <a:cs typeface="+mj-cs"/>
        </a:defRPr>
      </a:lvl1pPr>
      <a:lvl2pPr algn="l" rtl="0" eaLnBrk="1" fontAlgn="base" hangingPunct="1">
        <a:spcBef>
          <a:spcPct val="0"/>
        </a:spcBef>
        <a:spcAft>
          <a:spcPct val="0"/>
        </a:spcAft>
        <a:defRPr sz="4000" b="1">
          <a:solidFill>
            <a:schemeClr val="bg1"/>
          </a:solidFill>
          <a:latin typeface="Arial" panose="020B0604020202020204" pitchFamily="34" charset="0"/>
        </a:defRPr>
      </a:lvl2pPr>
      <a:lvl3pPr algn="l" rtl="0" eaLnBrk="1" fontAlgn="base" hangingPunct="1">
        <a:spcBef>
          <a:spcPct val="0"/>
        </a:spcBef>
        <a:spcAft>
          <a:spcPct val="0"/>
        </a:spcAft>
        <a:defRPr sz="4000" b="1">
          <a:solidFill>
            <a:schemeClr val="bg1"/>
          </a:solidFill>
          <a:latin typeface="Arial" panose="020B0604020202020204" pitchFamily="34" charset="0"/>
        </a:defRPr>
      </a:lvl3pPr>
      <a:lvl4pPr algn="l" rtl="0" eaLnBrk="1" fontAlgn="base" hangingPunct="1">
        <a:spcBef>
          <a:spcPct val="0"/>
        </a:spcBef>
        <a:spcAft>
          <a:spcPct val="0"/>
        </a:spcAft>
        <a:defRPr sz="4000" b="1">
          <a:solidFill>
            <a:schemeClr val="bg1"/>
          </a:solidFill>
          <a:latin typeface="Arial" panose="020B0604020202020204" pitchFamily="34" charset="0"/>
        </a:defRPr>
      </a:lvl4pPr>
      <a:lvl5pPr algn="l" rtl="0" eaLnBrk="1" fontAlgn="base" hangingPunct="1">
        <a:spcBef>
          <a:spcPct val="0"/>
        </a:spcBef>
        <a:spcAft>
          <a:spcPct val="0"/>
        </a:spcAft>
        <a:defRPr sz="4000" b="1">
          <a:solidFill>
            <a:schemeClr val="bg1"/>
          </a:solidFill>
          <a:latin typeface="Arial" panose="020B0604020202020204" pitchFamily="34" charset="0"/>
        </a:defRPr>
      </a:lvl5pPr>
      <a:lvl6pPr marL="457200" algn="l" rtl="0" eaLnBrk="1" fontAlgn="base" hangingPunct="1">
        <a:spcBef>
          <a:spcPct val="0"/>
        </a:spcBef>
        <a:spcAft>
          <a:spcPct val="0"/>
        </a:spcAft>
        <a:defRPr sz="4000" b="1">
          <a:solidFill>
            <a:schemeClr val="bg1"/>
          </a:solidFill>
          <a:latin typeface="Arial" panose="020B0604020202020204" pitchFamily="34" charset="0"/>
        </a:defRPr>
      </a:lvl6pPr>
      <a:lvl7pPr marL="914400" algn="l" rtl="0" eaLnBrk="1" fontAlgn="base" hangingPunct="1">
        <a:spcBef>
          <a:spcPct val="0"/>
        </a:spcBef>
        <a:spcAft>
          <a:spcPct val="0"/>
        </a:spcAft>
        <a:defRPr sz="4000" b="1">
          <a:solidFill>
            <a:schemeClr val="bg1"/>
          </a:solidFill>
          <a:latin typeface="Arial" panose="020B0604020202020204" pitchFamily="34" charset="0"/>
        </a:defRPr>
      </a:lvl7pPr>
      <a:lvl8pPr marL="1371600" algn="l" rtl="0" eaLnBrk="1" fontAlgn="base" hangingPunct="1">
        <a:spcBef>
          <a:spcPct val="0"/>
        </a:spcBef>
        <a:spcAft>
          <a:spcPct val="0"/>
        </a:spcAft>
        <a:defRPr sz="4000" b="1">
          <a:solidFill>
            <a:schemeClr val="bg1"/>
          </a:solidFill>
          <a:latin typeface="Arial" panose="020B0604020202020204" pitchFamily="34" charset="0"/>
        </a:defRPr>
      </a:lvl8pPr>
      <a:lvl9pPr marL="1828800" algn="l" rtl="0" eaLnBrk="1" fontAlgn="base" hangingPunct="1">
        <a:spcBef>
          <a:spcPct val="0"/>
        </a:spcBef>
        <a:spcAft>
          <a:spcPct val="0"/>
        </a:spcAft>
        <a:defRPr sz="4000" b="1">
          <a:solidFill>
            <a:schemeClr val="bg1"/>
          </a:solidFill>
          <a:latin typeface="Arial" panose="020B0604020202020204" pitchFamily="34" charset="0"/>
        </a:defRPr>
      </a:lvl9pPr>
    </p:titleStyle>
    <p:bodyStyle>
      <a:lvl1pPr marL="342900" indent="-342900" algn="l" rtl="0" eaLnBrk="1" fontAlgn="base" hangingPunct="1">
        <a:spcBef>
          <a:spcPct val="20000"/>
        </a:spcBef>
        <a:spcAft>
          <a:spcPct val="0"/>
        </a:spcAft>
        <a:buClr>
          <a:schemeClr val="hlink"/>
        </a:buClr>
        <a:buSzPct val="120000"/>
        <a:buFont typeface="Wingdings" panose="05000000000000000000" pitchFamily="2" charset="2"/>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2"/>
        </a:buClr>
        <a:buSzPct val="60000"/>
        <a:buFont typeface="Wingdings" panose="05000000000000000000" pitchFamily="2" charset="2"/>
        <a:buChar char="n"/>
        <a:defRPr sz="2400">
          <a:solidFill>
            <a:schemeClr val="tx1"/>
          </a:solidFill>
          <a:latin typeface="+mn-lt"/>
        </a:defRPr>
      </a:lvl2pPr>
      <a:lvl3pPr marL="1143000" indent="-228600" algn="l" rtl="0" eaLnBrk="1" fontAlgn="base" hangingPunct="1">
        <a:spcBef>
          <a:spcPct val="20000"/>
        </a:spcBef>
        <a:spcAft>
          <a:spcPct val="0"/>
        </a:spcAft>
        <a:buClr>
          <a:schemeClr val="hlink"/>
        </a:buClr>
        <a:buSzPct val="60000"/>
        <a:buFont typeface="Wingdings" panose="05000000000000000000" pitchFamily="2" charset="2"/>
        <a:buChar char="n"/>
        <a:defRPr sz="2400">
          <a:solidFill>
            <a:schemeClr val="tx1"/>
          </a:solidFill>
          <a:latin typeface="+mn-lt"/>
        </a:defRPr>
      </a:lvl3pPr>
      <a:lvl4pPr marL="1600200" indent="-228600" algn="l" rtl="0" eaLnBrk="1" fontAlgn="base" hangingPunct="1">
        <a:spcBef>
          <a:spcPct val="20000"/>
        </a:spcBef>
        <a:spcAft>
          <a:spcPct val="0"/>
        </a:spcAft>
        <a:buClr>
          <a:schemeClr val="tx1"/>
        </a:buClr>
        <a:buSzPct val="60000"/>
        <a:buFont typeface="Wingdings" panose="05000000000000000000" pitchFamily="2" charset="2"/>
        <a:buChar char="n"/>
        <a:defRPr sz="2000">
          <a:solidFill>
            <a:schemeClr val="tx1"/>
          </a:solidFill>
          <a:latin typeface="+mn-lt"/>
        </a:defRPr>
      </a:lvl4pPr>
      <a:lvl5pPr marL="2057400" indent="-228600" algn="l" rtl="0" eaLnBrk="1" fontAlgn="base" hangingPunct="1">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defRPr>
      </a:lvl5pPr>
      <a:lvl6pPr marL="2514600" indent="-228600" algn="l" rtl="0" eaLnBrk="1" fontAlgn="base" hangingPunct="1">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defRPr>
      </a:lvl6pPr>
      <a:lvl7pPr marL="2971800" indent="-228600" algn="l" rtl="0" eaLnBrk="1" fontAlgn="base" hangingPunct="1">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defRPr>
      </a:lvl7pPr>
      <a:lvl8pPr marL="3429000" indent="-228600" algn="l" rtl="0" eaLnBrk="1" fontAlgn="base" hangingPunct="1">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defRPr>
      </a:lvl8pPr>
      <a:lvl9pPr marL="3886200" indent="-228600" algn="l" rtl="0" eaLnBrk="1" fontAlgn="base" hangingPunct="1">
        <a:spcBef>
          <a:spcPct val="20000"/>
        </a:spcBef>
        <a:spcAft>
          <a:spcPct val="0"/>
        </a:spcAft>
        <a:buClr>
          <a:schemeClr val="hlink"/>
        </a:buClr>
        <a:buSzPct val="60000"/>
        <a:buFont typeface="Wingdings" panose="05000000000000000000"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E1406D-0B25-40DF-B9CB-564455B1511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7"/>
          <p:cNvSpPr txBox="1">
            <a:spLocks noChangeArrowheads="1"/>
          </p:cNvSpPr>
          <p:nvPr/>
        </p:nvSpPr>
        <p:spPr bwMode="auto">
          <a:xfrm>
            <a:off x="76311" y="1292983"/>
            <a:ext cx="12036675"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0" algn="ctr" eaLnBrk="1" fontAlgn="base" hangingPunct="1">
              <a:spcBef>
                <a:spcPct val="0"/>
              </a:spcBef>
              <a:spcAft>
                <a:spcPct val="0"/>
              </a:spcAft>
            </a:pPr>
            <a:r>
              <a:rPr lang="en-US" altLang="en-US" sz="2000" b="1" dirty="0">
                <a:solidFill>
                  <a:srgbClr val="0000FF"/>
                </a:solidFill>
                <a:latin typeface="Times New Roman" panose="02020603050405020304" pitchFamily="18" charset="0"/>
                <a:cs typeface="Times New Roman" panose="02020603050405020304" pitchFamily="18" charset="0"/>
              </a:rPr>
              <a:t>HỘI THI KHOA HỌC KĨ THUẬT DÀNH CHO HỌC SINH TRUNG HỌC</a:t>
            </a:r>
          </a:p>
          <a:p>
            <a:pPr lvl="0" algn="ctr" eaLnBrk="1" fontAlgn="base" hangingPunct="1">
              <a:spcBef>
                <a:spcPct val="0"/>
              </a:spcBef>
              <a:spcAft>
                <a:spcPct val="0"/>
              </a:spcAft>
            </a:pPr>
            <a:r>
              <a:rPr lang="en-US" altLang="en-US" sz="2000" b="1" dirty="0">
                <a:solidFill>
                  <a:srgbClr val="0000FF"/>
                </a:solidFill>
                <a:latin typeface="Times New Roman" panose="02020603050405020304" pitchFamily="18" charset="0"/>
                <a:cs typeface="Times New Roman" panose="02020603050405020304" pitchFamily="18" charset="0"/>
              </a:rPr>
              <a:t>TỈNH QUẢNG TRỊ NĂM </a:t>
            </a:r>
            <a:r>
              <a:rPr lang="en-US" altLang="en-US" sz="2000" b="1" dirty="0" err="1">
                <a:solidFill>
                  <a:srgbClr val="0000FF"/>
                </a:solidFill>
                <a:latin typeface="Times New Roman" panose="02020603050405020304" pitchFamily="18" charset="0"/>
                <a:cs typeface="Times New Roman" panose="02020603050405020304" pitchFamily="18" charset="0"/>
              </a:rPr>
              <a:t>HỌC</a:t>
            </a:r>
            <a:r>
              <a:rPr lang="en-US" altLang="en-US" sz="2000" b="1">
                <a:solidFill>
                  <a:srgbClr val="0000FF"/>
                </a:solidFill>
                <a:latin typeface="Times New Roman" panose="02020603050405020304" pitchFamily="18" charset="0"/>
                <a:cs typeface="Times New Roman" panose="02020603050405020304" pitchFamily="18" charset="0"/>
              </a:rPr>
              <a:t> 2024 - 2025</a:t>
            </a:r>
            <a:r>
              <a:rPr lang="en-US" altLang="en-US" sz="2000" b="1" dirty="0">
                <a:solidFill>
                  <a:srgbClr val="0000FF"/>
                </a:solidFill>
                <a:latin typeface="Times New Roman" panose="02020603050405020304" pitchFamily="18" charset="0"/>
                <a:cs typeface="Times New Roman" panose="02020603050405020304" pitchFamily="18" charset="0"/>
              </a:rPr>
              <a:t>	</a:t>
            </a:r>
          </a:p>
          <a:p>
            <a:pPr algn="ctr" eaLnBrk="1" hangingPunct="1"/>
            <a:endParaRPr lang="en-US" sz="2400" b="1" dirty="0">
              <a:latin typeface="Tahoma" panose="020B0604030504040204" pitchFamily="34" charset="0"/>
              <a:ea typeface="Tahoma" panose="020B0604030504040204" pitchFamily="34" charset="0"/>
              <a:cs typeface="Tahoma" panose="020B0604030504040204" pitchFamily="34" charset="0"/>
            </a:endParaRPr>
          </a:p>
        </p:txBody>
      </p:sp>
      <p:sp>
        <p:nvSpPr>
          <p:cNvPr id="7" name="TextBox 6"/>
          <p:cNvSpPr txBox="1"/>
          <p:nvPr/>
        </p:nvSpPr>
        <p:spPr>
          <a:xfrm>
            <a:off x="304800" y="2209800"/>
            <a:ext cx="11808186" cy="1477328"/>
          </a:xfrm>
          <a:prstGeom prst="rect">
            <a:avLst/>
          </a:prstGeom>
          <a:noFill/>
        </p:spPr>
        <p:txBody>
          <a:bodyPr wrap="square" rtlCol="0">
            <a:spAutoFit/>
          </a:bodyPr>
          <a:lstStyle/>
          <a:p>
            <a:r>
              <a:rPr lang="en-US" sz="3600" b="1" dirty="0" err="1">
                <a:solidFill>
                  <a:srgbClr val="FF0000"/>
                </a:solidFill>
                <a:latin typeface="Times New Roman" panose="02020603050405020304" pitchFamily="18" charset="0"/>
                <a:cs typeface="Times New Roman" panose="02020603050405020304" pitchFamily="18" charset="0"/>
              </a:rPr>
              <a:t>Đề</a:t>
            </a:r>
            <a:r>
              <a:rPr lang="en-US" sz="3600" b="1" dirty="0">
                <a:solidFill>
                  <a:srgbClr val="FF0000"/>
                </a:solidFill>
                <a:latin typeface="Times New Roman" panose="02020603050405020304" pitchFamily="18" charset="0"/>
                <a:cs typeface="Times New Roman" panose="02020603050405020304" pitchFamily="18" charset="0"/>
              </a:rPr>
              <a:t> </a:t>
            </a:r>
            <a:r>
              <a:rPr lang="en-US" sz="3600" b="1" dirty="0" err="1">
                <a:solidFill>
                  <a:srgbClr val="FF0000"/>
                </a:solidFill>
                <a:latin typeface="Times New Roman" panose="02020603050405020304" pitchFamily="18" charset="0"/>
                <a:cs typeface="Times New Roman" panose="02020603050405020304" pitchFamily="18" charset="0"/>
              </a:rPr>
              <a:t>tài</a:t>
            </a:r>
            <a:r>
              <a:rPr lang="en-US" sz="3600" b="1" dirty="0">
                <a:solidFill>
                  <a:srgbClr val="FF0000"/>
                </a:solidFill>
                <a:latin typeface="Times New Roman" panose="02020603050405020304" pitchFamily="18" charset="0"/>
                <a:cs typeface="Times New Roman" panose="02020603050405020304" pitchFamily="18" charset="0"/>
              </a:rPr>
              <a:t>:</a:t>
            </a:r>
          </a:p>
          <a:p>
            <a:pPr algn="ctr"/>
            <a:r>
              <a:rPr lang="en-US" sz="5400" b="1">
                <a:ln>
                  <a:solidFill>
                    <a:schemeClr val="tx2"/>
                  </a:solidFill>
                </a:ln>
                <a:solidFill>
                  <a:schemeClr val="bg2">
                    <a:lumMod val="50000"/>
                  </a:schemeClr>
                </a:solidFill>
                <a:latin typeface="Calibri" panose="020F0502020204030204" pitchFamily="34" charset="0"/>
                <a:cs typeface="Calibri" panose="020F0502020204030204" pitchFamily="34" charset="0"/>
              </a:rPr>
              <a:t>QUẠT LÀM MÁT ĐA NĂNG</a:t>
            </a:r>
            <a:endParaRPr lang="vi-VN" sz="5400" b="1" dirty="0">
              <a:ln>
                <a:solidFill>
                  <a:schemeClr val="tx2"/>
                </a:solidFill>
              </a:ln>
              <a:solidFill>
                <a:schemeClr val="bg2">
                  <a:lumMod val="50000"/>
                </a:schemeClr>
              </a:solidFill>
              <a:latin typeface="Calibri" panose="020F0502020204030204" pitchFamily="34" charset="0"/>
              <a:cs typeface="Calibri" panose="020F0502020204030204" pitchFamily="34" charset="0"/>
            </a:endParaRPr>
          </a:p>
        </p:txBody>
      </p:sp>
      <p:sp>
        <p:nvSpPr>
          <p:cNvPr id="8" name="TextBox 7"/>
          <p:cNvSpPr txBox="1">
            <a:spLocks noChangeArrowheads="1"/>
          </p:cNvSpPr>
          <p:nvPr/>
        </p:nvSpPr>
        <p:spPr bwMode="auto">
          <a:xfrm>
            <a:off x="1193466" y="4206532"/>
            <a:ext cx="10919520" cy="1892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tabLst>
                <a:tab pos="3258820" algn="l"/>
                <a:tab pos="5368925" algn="l"/>
              </a:tabLst>
            </a:pPr>
            <a:r>
              <a:rPr lang="en-US"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Học</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sinh</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thực</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hiện</a:t>
            </a:r>
            <a:r>
              <a:rPr lang="en-US" sz="2000" b="1" dirty="0">
                <a:latin typeface="Times New Roman" panose="02020603050405020304" pitchFamily="18" charset="0"/>
                <a:cs typeface="Times New Roman" panose="02020603050405020304" pitchFamily="18" charset="0"/>
              </a:rPr>
              <a:t> </a:t>
            </a:r>
            <a:r>
              <a:rPr lang="en-US" sz="2000" b="1">
                <a:latin typeface="Times New Roman" panose="02020603050405020304" pitchFamily="18" charset="0"/>
                <a:cs typeface="Times New Roman" panose="02020603050405020304" pitchFamily="18" charset="0"/>
              </a:rPr>
              <a:t>:     VÕ MẠNH QUÂN</a:t>
            </a:r>
            <a:endParaRPr lang="en-US" sz="2000" b="1" dirty="0">
              <a:latin typeface="Times New Roman" panose="02020603050405020304" pitchFamily="18" charset="0"/>
              <a:cs typeface="Times New Roman" panose="02020603050405020304" pitchFamily="18" charset="0"/>
            </a:endParaRPr>
          </a:p>
          <a:p>
            <a:pPr algn="just">
              <a:lnSpc>
                <a:spcPct val="150000"/>
              </a:lnSpc>
              <a:tabLst>
                <a:tab pos="3258820" algn="l"/>
                <a:tab pos="5368925" algn="l"/>
              </a:tabLst>
            </a:pPr>
            <a:r>
              <a:rPr lang="en-US" sz="2000" b="1" dirty="0">
                <a:latin typeface="Times New Roman" panose="02020603050405020304" pitchFamily="18" charset="0"/>
                <a:cs typeface="Times New Roman" panose="02020603050405020304" pitchFamily="18" charset="0"/>
              </a:rPr>
              <a:t>			</a:t>
            </a:r>
            <a:r>
              <a:rPr lang="en-US" sz="2000" b="1">
                <a:latin typeface="Times New Roman" panose="02020603050405020304" pitchFamily="18" charset="0"/>
                <a:cs typeface="Times New Roman" panose="02020603050405020304" pitchFamily="18" charset="0"/>
              </a:rPr>
              <a:t>    BÙI PHƯỚC ĐỨC</a:t>
            </a:r>
            <a:endParaRPr lang="en-US" sz="2000" b="1" dirty="0">
              <a:latin typeface="Times New Roman" panose="02020603050405020304" pitchFamily="18" charset="0"/>
              <a:cs typeface="Times New Roman" panose="02020603050405020304" pitchFamily="18" charset="0"/>
            </a:endParaRPr>
          </a:p>
          <a:p>
            <a:pPr algn="just">
              <a:lnSpc>
                <a:spcPct val="150000"/>
              </a:lnSpc>
              <a:tabLst>
                <a:tab pos="3258820" algn="l"/>
                <a:tab pos="5368925" algn="l"/>
              </a:tabLst>
            </a:pP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Giáo</a:t>
            </a:r>
            <a:r>
              <a:rPr lang="en-US" sz="2000" b="1" dirty="0">
                <a:latin typeface="Times New Roman" panose="02020603050405020304" pitchFamily="18" charset="0"/>
                <a:cs typeface="Times New Roman" panose="02020603050405020304" pitchFamily="18" charset="0"/>
              </a:rPr>
              <a:t> </a:t>
            </a:r>
            <a:r>
              <a:rPr lang="en-US" sz="2000" b="1" err="1">
                <a:latin typeface="Times New Roman" panose="02020603050405020304" pitchFamily="18" charset="0"/>
                <a:cs typeface="Times New Roman" panose="02020603050405020304" pitchFamily="18" charset="0"/>
              </a:rPr>
              <a:t>viên</a:t>
            </a:r>
            <a:r>
              <a:rPr lang="en-US" sz="2000" b="1">
                <a:latin typeface="Times New Roman" panose="02020603050405020304" pitchFamily="18" charset="0"/>
                <a:cs typeface="Times New Roman" panose="02020603050405020304" pitchFamily="18" charset="0"/>
              </a:rPr>
              <a:t> bảo trợ:        ĐOÀN </a:t>
            </a:r>
            <a:r>
              <a:rPr lang="en-US" sz="2000" b="1" dirty="0">
                <a:latin typeface="Times New Roman" panose="02020603050405020304" pitchFamily="18" charset="0"/>
                <a:cs typeface="Times New Roman" panose="02020603050405020304" pitchFamily="18" charset="0"/>
              </a:rPr>
              <a:t>HỮU HOÀI</a:t>
            </a:r>
          </a:p>
          <a:p>
            <a:pPr algn="just">
              <a:lnSpc>
                <a:spcPct val="150000"/>
              </a:lnSpc>
              <a:tabLst>
                <a:tab pos="3258820" algn="l"/>
                <a:tab pos="5368925" algn="l"/>
              </a:tabLst>
            </a:pPr>
            <a:r>
              <a:rPr lang="en-US" b="1" dirty="0">
                <a:latin typeface="Times New Roman" panose="02020603050405020304" pitchFamily="18" charset="0"/>
                <a:cs typeface="Times New Roman" panose="02020603050405020304" pitchFamily="18" charset="0"/>
              </a:rPr>
              <a:t>	</a:t>
            </a:r>
          </a:p>
        </p:txBody>
      </p:sp>
      <p:sp>
        <p:nvSpPr>
          <p:cNvPr id="9" name="TextBox 7"/>
          <p:cNvSpPr txBox="1">
            <a:spLocks noChangeArrowheads="1"/>
          </p:cNvSpPr>
          <p:nvPr/>
        </p:nvSpPr>
        <p:spPr bwMode="auto">
          <a:xfrm>
            <a:off x="1635844" y="284254"/>
            <a:ext cx="891760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vi-VN" sz="2400" b="1" dirty="0">
                <a:solidFill>
                  <a:schemeClr val="bg1"/>
                </a:solidFill>
                <a:latin typeface="+mj-lt"/>
                <a:cs typeface="Times New Roman" panose="02020603050405020304" pitchFamily="18" charset="0"/>
              </a:rPr>
              <a:t>SỞ GIÁO DỤC VÀ ĐÀO TẠO QUẢNG TRỊ</a:t>
            </a:r>
          </a:p>
          <a:p>
            <a:pPr algn="ctr" eaLnBrk="1" hangingPunct="1"/>
            <a:r>
              <a:rPr lang="vi-VN" sz="2400" b="1" dirty="0">
                <a:solidFill>
                  <a:schemeClr val="bg1"/>
                </a:solidFill>
                <a:latin typeface="+mj-lt"/>
                <a:cs typeface="Times New Roman" panose="02020603050405020304" pitchFamily="18" charset="0"/>
              </a:rPr>
              <a:t>TRƯỜNG TRUNG HỌC PHỔ THÔNG CHU VĂN AN</a:t>
            </a:r>
          </a:p>
        </p:txBody>
      </p:sp>
      <p:sp>
        <p:nvSpPr>
          <p:cNvPr id="3" name="Rectangle 2"/>
          <p:cNvSpPr/>
          <p:nvPr/>
        </p:nvSpPr>
        <p:spPr>
          <a:xfrm>
            <a:off x="3236576" y="4800018"/>
            <a:ext cx="4936212" cy="352927"/>
          </a:xfrm>
          <a:prstGeom prst="rect">
            <a:avLst/>
          </a:prstGeom>
        </p:spPr>
        <p:txBody>
          <a:bodyPr wrap="square">
            <a:spAutoFit/>
          </a:bodyPr>
          <a:lstStyle/>
          <a:p>
            <a:pPr algn="r"/>
            <a:endParaRPr lang="en-US" b="1">
              <a:latin typeface="Calibri" panose="020F0502020204030204" pitchFamily="34" charset="0"/>
              <a:cs typeface="Calibri" panose="020F0502020204030204" pitchFamily="34" charset="0"/>
            </a:endParaRPr>
          </a:p>
        </p:txBody>
      </p:sp>
      <p:sp>
        <p:nvSpPr>
          <p:cNvPr id="11" name="Slide Number Placeholder 10"/>
          <p:cNvSpPr>
            <a:spLocks noGrp="1"/>
          </p:cNvSpPr>
          <p:nvPr>
            <p:ph type="sldNum" sz="quarter" idx="12"/>
          </p:nvPr>
        </p:nvSpPr>
        <p:spPr>
          <a:xfrm>
            <a:off x="8346207" y="6613529"/>
            <a:ext cx="3594954" cy="233616"/>
          </a:xfrm>
        </p:spPr>
        <p:txBody>
          <a:bodyPr/>
          <a:lstStyle/>
          <a:p>
            <a:fld id="{3F740BC5-2013-4A97-A1F9-D9D1F5D43851}" type="slidenum">
              <a:rPr lang="en-US" smtClean="0"/>
              <a:t>1</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69445"/>
            <a:ext cx="11150600" cy="868362"/>
          </a:xfrm>
        </p:spPr>
        <p:txBody>
          <a:bodyPr/>
          <a:lstStyle/>
          <a:p>
            <a:pPr algn="ctr"/>
            <a:r>
              <a:rPr lang="en-US" sz="4400" dirty="0">
                <a:latin typeface="+mj-lt"/>
                <a:cs typeface="Times New Roman" panose="02020603050405020304" pitchFamily="18" charset="0"/>
              </a:rPr>
              <a:t>NỘI DUNG TRÌNH BÀY</a:t>
            </a:r>
          </a:p>
        </p:txBody>
      </p:sp>
      <p:sp>
        <p:nvSpPr>
          <p:cNvPr id="4" name="Slide Number Placeholder 3"/>
          <p:cNvSpPr>
            <a:spLocks noGrp="1"/>
          </p:cNvSpPr>
          <p:nvPr>
            <p:ph type="sldNum" sz="quarter" idx="12"/>
          </p:nvPr>
        </p:nvSpPr>
        <p:spPr/>
        <p:txBody>
          <a:bodyPr/>
          <a:lstStyle/>
          <a:p>
            <a:fld id="{3F740BC5-2013-4A97-A1F9-D9D1F5D43851}" type="slidenum">
              <a:rPr lang="en-US" smtClean="0"/>
              <a:t>2</a:t>
            </a:fld>
            <a:endParaRPr lang="en-US"/>
          </a:p>
        </p:txBody>
      </p:sp>
      <p:sp>
        <p:nvSpPr>
          <p:cNvPr id="7" name="Content Placeholder 2"/>
          <p:cNvSpPr>
            <a:spLocks noGrp="1"/>
          </p:cNvSpPr>
          <p:nvPr>
            <p:ph sz="quarter" idx="1"/>
          </p:nvPr>
        </p:nvSpPr>
        <p:spPr>
          <a:xfrm>
            <a:off x="1828800" y="1295400"/>
            <a:ext cx="9194800" cy="5181600"/>
          </a:xfrm>
        </p:spPr>
        <p:txBody>
          <a:bodyPr>
            <a:normAutofit/>
          </a:bodyPr>
          <a:lstStyle/>
          <a:p>
            <a:pPr algn="just">
              <a:lnSpc>
                <a:spcPct val="200000"/>
              </a:lnSpc>
              <a:spcBef>
                <a:spcPts val="1200"/>
              </a:spcBef>
              <a:buFont typeface="Courier New" panose="02070309020205020404" pitchFamily="49" charset="0"/>
              <a:buChar char="o"/>
              <a:defRPr/>
            </a:pPr>
            <a:r>
              <a:rPr lang="en-US" sz="3200" b="1" dirty="0" err="1">
                <a:latin typeface="Times New Roman" panose="02020603050405020304" pitchFamily="18" charset="0"/>
                <a:cs typeface="Times New Roman" panose="02020603050405020304" pitchFamily="18" charset="0"/>
              </a:rPr>
              <a:t>Lý</a:t>
            </a:r>
            <a:r>
              <a:rPr lang="en-US" sz="3200" b="1" dirty="0">
                <a:latin typeface="Times New Roman" panose="02020603050405020304" pitchFamily="18" charset="0"/>
                <a:cs typeface="Times New Roman" panose="02020603050405020304" pitchFamily="18" charset="0"/>
              </a:rPr>
              <a:t> do </a:t>
            </a:r>
            <a:r>
              <a:rPr lang="en-US" sz="3200" b="1" dirty="0" err="1">
                <a:latin typeface="Times New Roman" panose="02020603050405020304" pitchFamily="18" charset="0"/>
                <a:cs typeface="Times New Roman" panose="02020603050405020304" pitchFamily="18" charset="0"/>
              </a:rPr>
              <a:t>chọn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đề</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tài</a:t>
            </a:r>
            <a:endParaRPr lang="en-US" sz="3200" b="1" dirty="0">
              <a:latin typeface="Times New Roman" panose="02020603050405020304" pitchFamily="18" charset="0"/>
              <a:cs typeface="Times New Roman" panose="02020603050405020304" pitchFamily="18" charset="0"/>
            </a:endParaRPr>
          </a:p>
          <a:p>
            <a:pPr algn="just">
              <a:lnSpc>
                <a:spcPct val="200000"/>
              </a:lnSpc>
              <a:spcBef>
                <a:spcPts val="1200"/>
              </a:spcBef>
              <a:buFont typeface="Courier New" panose="02070309020205020404" pitchFamily="49" charset="0"/>
              <a:buChar char="o"/>
            </a:pPr>
            <a:r>
              <a:rPr lang="en-US" sz="3200" b="1" dirty="0" err="1">
                <a:latin typeface="Times New Roman" panose="02020603050405020304" pitchFamily="18" charset="0"/>
                <a:cs typeface="Times New Roman" panose="02020603050405020304" pitchFamily="18" charset="0"/>
              </a:rPr>
              <a:t>Các bước tiến </a:t>
            </a:r>
            <a:r>
              <a:rPr lang="en-US" sz="3200" b="1" err="1">
                <a:latin typeface="Times New Roman" panose="02020603050405020304" pitchFamily="18" charset="0"/>
                <a:cs typeface="Times New Roman" panose="02020603050405020304" pitchFamily="18" charset="0"/>
              </a:rPr>
              <a:t>hành </a:t>
            </a:r>
            <a:r>
              <a:rPr lang="en-US" sz="3200" b="1">
                <a:latin typeface="Times New Roman" panose="02020603050405020304" pitchFamily="18" charset="0"/>
                <a:cs typeface="Times New Roman" panose="02020603050405020304" pitchFamily="18" charset="0"/>
              </a:rPr>
              <a:t>chế tạo sản phẩm</a:t>
            </a:r>
            <a:endParaRPr lang="en-US" sz="3200" b="1" dirty="0">
              <a:latin typeface="Times New Roman" panose="02020603050405020304" pitchFamily="18" charset="0"/>
              <a:cs typeface="Times New Roman" panose="02020603050405020304" pitchFamily="18" charset="0"/>
            </a:endParaRPr>
          </a:p>
          <a:p>
            <a:pPr algn="just">
              <a:lnSpc>
                <a:spcPct val="200000"/>
              </a:lnSpc>
              <a:spcBef>
                <a:spcPts val="1200"/>
              </a:spcBef>
              <a:buFont typeface="Courier New" panose="02070309020205020404" pitchFamily="49" charset="0"/>
              <a:buChar char="o"/>
            </a:pPr>
            <a:r>
              <a:rPr lang="en-US" sz="3200" b="1" dirty="0" err="1">
                <a:latin typeface="Times New Roman" panose="02020603050405020304" pitchFamily="18" charset="0"/>
                <a:cs typeface="Times New Roman" panose="02020603050405020304" pitchFamily="18" charset="0"/>
              </a:rPr>
              <a:t>Kết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quả</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đạt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được</a:t>
            </a:r>
            <a:endParaRPr lang="en-US" sz="3200" b="1" dirty="0">
              <a:latin typeface="Times New Roman" panose="02020603050405020304" pitchFamily="18" charset="0"/>
              <a:cs typeface="Times New Roman" panose="02020603050405020304" pitchFamily="18" charset="0"/>
            </a:endParaRPr>
          </a:p>
          <a:p>
            <a:pPr algn="just">
              <a:lnSpc>
                <a:spcPct val="200000"/>
              </a:lnSpc>
              <a:spcBef>
                <a:spcPts val="1200"/>
              </a:spcBef>
              <a:buFont typeface="Courier New" panose="02070309020205020404" pitchFamily="49" charset="0"/>
              <a:buChar char="o"/>
            </a:pPr>
            <a:r>
              <a:rPr lang="en-US" sz="3200" b="1" dirty="0" err="1">
                <a:latin typeface="Times New Roman" panose="02020603050405020304" pitchFamily="18" charset="0"/>
                <a:cs typeface="Times New Roman" panose="02020603050405020304" pitchFamily="18" charset="0"/>
              </a:rPr>
              <a:t>Kết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luận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và</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hướng</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phát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triển</a:t>
            </a:r>
            <a:endParaRPr lang="en-US" sz="3200" b="1" dirty="0">
              <a:latin typeface="Times New Roman" panose="02020603050405020304" pitchFamily="18" charset="0"/>
              <a:cs typeface="Times New Roman" panose="02020603050405020304" pitchFamily="18" charset="0"/>
            </a:endParaRPr>
          </a:p>
          <a:p>
            <a:pPr algn="just"/>
            <a:endParaRPr lang="en-US" sz="3200" dirty="0">
              <a:latin typeface="Raavi" panose="02000500000000000000" pitchFamily="34" charset="0"/>
              <a:cs typeface="Raavi" panose="02000500000000000000"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8000" y="269445"/>
            <a:ext cx="11303000" cy="868362"/>
          </a:xfrm>
        </p:spPr>
        <p:txBody>
          <a:bodyPr/>
          <a:lstStyle/>
          <a:p>
            <a:pPr algn="ctr"/>
            <a:r>
              <a:rPr lang="en-US" sz="3600" dirty="0">
                <a:latin typeface="+mj-lt"/>
                <a:ea typeface="Verdana" panose="020B0604030504040204" pitchFamily="34" charset="0"/>
                <a:cs typeface="Verdana" panose="020B0604030504040204" pitchFamily="34" charset="0"/>
              </a:rPr>
              <a:t>LÝ DO CHỌN ĐỀ TÀI</a:t>
            </a:r>
          </a:p>
        </p:txBody>
      </p:sp>
      <p:sp>
        <p:nvSpPr>
          <p:cNvPr id="4" name="Slide Number Placeholder 3"/>
          <p:cNvSpPr>
            <a:spLocks noGrp="1"/>
          </p:cNvSpPr>
          <p:nvPr>
            <p:ph type="sldNum" sz="quarter" idx="12"/>
          </p:nvPr>
        </p:nvSpPr>
        <p:spPr/>
        <p:txBody>
          <a:bodyPr/>
          <a:lstStyle/>
          <a:p>
            <a:fld id="{3F740BC5-2013-4A97-A1F9-D9D1F5D43851}" type="slidenum">
              <a:rPr lang="en-US" smtClean="0">
                <a:latin typeface="Raavi" panose="02000500000000000000" pitchFamily="34" charset="0"/>
                <a:cs typeface="Raavi" panose="02000500000000000000" pitchFamily="34" charset="0"/>
              </a:rPr>
              <a:t>3</a:t>
            </a:fld>
            <a:endParaRPr lang="en-US">
              <a:latin typeface="Raavi" panose="02000500000000000000" pitchFamily="34" charset="0"/>
              <a:cs typeface="Raavi" panose="02000500000000000000" pitchFamily="34" charset="0"/>
            </a:endParaRPr>
          </a:p>
        </p:txBody>
      </p:sp>
      <p:sp>
        <p:nvSpPr>
          <p:cNvPr id="11" name="Right Arrow 10"/>
          <p:cNvSpPr/>
          <p:nvPr/>
        </p:nvSpPr>
        <p:spPr>
          <a:xfrm>
            <a:off x="1905000" y="6248399"/>
            <a:ext cx="3810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Raavi" panose="02000500000000000000" pitchFamily="34" charset="0"/>
              <a:cs typeface="Raavi" panose="02000500000000000000" pitchFamily="34" charset="0"/>
            </a:endParaRPr>
          </a:p>
        </p:txBody>
      </p:sp>
      <p:sp>
        <p:nvSpPr>
          <p:cNvPr id="12" name="TextBox 11"/>
          <p:cNvSpPr txBox="1"/>
          <p:nvPr/>
        </p:nvSpPr>
        <p:spPr>
          <a:xfrm>
            <a:off x="2271575" y="5985301"/>
            <a:ext cx="8015425" cy="461665"/>
          </a:xfrm>
          <a:prstGeom prst="rect">
            <a:avLst/>
          </a:prstGeom>
          <a:noFill/>
        </p:spPr>
        <p:txBody>
          <a:bodyPr wrap="square" rtlCol="0">
            <a:spAutoFit/>
          </a:bodyPr>
          <a:lstStyle/>
          <a:p>
            <a:pPr algn="ctr"/>
            <a:r>
              <a:rPr lang="vi-VN" sz="2400" b="1">
                <a:solidFill>
                  <a:srgbClr val="FF0000"/>
                </a:solidFill>
                <a:latin typeface="Times New Roman" panose="02020603050405020304" pitchFamily="18" charset="0"/>
                <a:cs typeface="Raavi" panose="02000500000000000000" pitchFamily="34" charset="0"/>
              </a:rPr>
              <a:t>“</a:t>
            </a:r>
            <a:r>
              <a:rPr lang="en-US" sz="2400" b="1">
                <a:solidFill>
                  <a:srgbClr val="FF0000"/>
                </a:solidFill>
                <a:latin typeface="Times New Roman" panose="02020603050405020304" pitchFamily="18" charset="0"/>
                <a:cs typeface="Raavi" panose="02000500000000000000" pitchFamily="34" charset="0"/>
              </a:rPr>
              <a:t>QUẠT LÀM MÁT ĐA NĂNG</a:t>
            </a:r>
            <a:r>
              <a:rPr lang="vi-VN" sz="2400" b="1">
                <a:solidFill>
                  <a:srgbClr val="FF0000"/>
                </a:solidFill>
                <a:latin typeface="Times New Roman" panose="02020603050405020304" pitchFamily="18" charset="0"/>
                <a:cs typeface="Raavi" panose="02000500000000000000" pitchFamily="34" charset="0"/>
              </a:rPr>
              <a:t>” </a:t>
            </a:r>
            <a:endParaRPr lang="en-US" sz="2400" b="1" dirty="0">
              <a:solidFill>
                <a:srgbClr val="FF0000"/>
              </a:solidFill>
              <a:latin typeface="Raavi" panose="02000500000000000000" pitchFamily="34" charset="0"/>
              <a:cs typeface="Raavi" panose="02000500000000000000" pitchFamily="34" charset="0"/>
            </a:endParaRPr>
          </a:p>
        </p:txBody>
      </p:sp>
      <p:sp>
        <p:nvSpPr>
          <p:cNvPr id="9" name="Rectangle 8"/>
          <p:cNvSpPr/>
          <p:nvPr/>
        </p:nvSpPr>
        <p:spPr>
          <a:xfrm>
            <a:off x="638629" y="1400906"/>
            <a:ext cx="10972800" cy="4437692"/>
          </a:xfrm>
          <a:prstGeom prst="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b="1">
                <a:solidFill>
                  <a:schemeClr val="tx1"/>
                </a:solidFill>
                <a:latin typeface="Times New Roman" panose="02020603050405020304" pitchFamily="18" charset="0"/>
                <a:cs typeface="Raavi" panose="02000500000000000000" pitchFamily="34" charset="0"/>
              </a:rPr>
              <a:t>	</a:t>
            </a:r>
            <a:r>
              <a:rPr lang="vi-VN" sz="2400" b="1">
                <a:solidFill>
                  <a:schemeClr val="tx1"/>
                </a:solidFill>
                <a:latin typeface="Times New Roman" panose="02020603050405020304" pitchFamily="18" charset="0"/>
                <a:cs typeface="Raavi" panose="02000500000000000000" pitchFamily="34" charset="0"/>
              </a:rPr>
              <a:t>Trong </a:t>
            </a:r>
            <a:r>
              <a:rPr lang="vi-VN" sz="2400" b="1">
                <a:solidFill>
                  <a:schemeClr val="tx1"/>
                </a:solidFill>
                <a:latin typeface="Times New Roman" panose="02020603050405020304" pitchFamily="18" charset="0"/>
                <a:cs typeface="Raavi" panose="02000500000000000000" pitchFamily="34" charset="0"/>
              </a:rPr>
              <a:t>cuộc sống ngày nay, chất lượng cuộc sống của con người ngày được nâng cao, việc sử dụng các thiết bị thông minh dùng trong gia đình đang ngày càng được phổ biến. Với việc nóng lên toàn cầu thì </a:t>
            </a:r>
            <a:r>
              <a:rPr lang="vi-VN" sz="2400" b="1">
                <a:solidFill>
                  <a:schemeClr val="tx1"/>
                </a:solidFill>
                <a:latin typeface="Times New Roman" panose="02020603050405020304" pitchFamily="18" charset="0"/>
                <a:cs typeface="Raavi" panose="02000500000000000000" pitchFamily="34" charset="0"/>
              </a:rPr>
              <a:t>nhiệt </a:t>
            </a:r>
            <a:r>
              <a:rPr lang="en-US" sz="2400" b="1">
                <a:solidFill>
                  <a:schemeClr val="tx1"/>
                </a:solidFill>
                <a:latin typeface="Times New Roman" panose="02020603050405020304" pitchFamily="18" charset="0"/>
                <a:cs typeface="Raavi" panose="02000500000000000000" pitchFamily="34" charset="0"/>
              </a:rPr>
              <a:t>độ</a:t>
            </a:r>
            <a:r>
              <a:rPr lang="vi-VN" sz="2400" b="1">
                <a:solidFill>
                  <a:schemeClr val="tx1"/>
                </a:solidFill>
                <a:latin typeface="Times New Roman" panose="02020603050405020304" pitchFamily="18" charset="0"/>
                <a:cs typeface="Raavi" panose="02000500000000000000" pitchFamily="34" charset="0"/>
              </a:rPr>
              <a:t> </a:t>
            </a:r>
            <a:r>
              <a:rPr lang="vi-VN" sz="2400" b="1">
                <a:solidFill>
                  <a:schemeClr val="tx1"/>
                </a:solidFill>
                <a:latin typeface="Times New Roman" panose="02020603050405020304" pitchFamily="18" charset="0"/>
                <a:cs typeface="Raavi" panose="02000500000000000000" pitchFamily="34" charset="0"/>
              </a:rPr>
              <a:t>trái đất ngày càng tăng, mùa hè nhiệt độ cao hơn và kéo dài hơn, do đó việc sử dụng một thiết bị quạt làm mát là nhu cầu tất yếu.</a:t>
            </a:r>
          </a:p>
          <a:p>
            <a:pPr algn="just"/>
            <a:r>
              <a:rPr lang="en-US" sz="2400" b="1">
                <a:solidFill>
                  <a:schemeClr val="tx1"/>
                </a:solidFill>
                <a:latin typeface="Times New Roman" panose="02020603050405020304" pitchFamily="18" charset="0"/>
                <a:cs typeface="Raavi" panose="02000500000000000000" pitchFamily="34" charset="0"/>
              </a:rPr>
              <a:t>	</a:t>
            </a:r>
            <a:r>
              <a:rPr lang="vi-VN" sz="2400" b="1">
                <a:solidFill>
                  <a:schemeClr val="tx1"/>
                </a:solidFill>
                <a:latin typeface="Times New Roman" panose="02020603050405020304" pitchFamily="18" charset="0"/>
                <a:cs typeface="Raavi" panose="02000500000000000000" pitchFamily="34" charset="0"/>
              </a:rPr>
              <a:t>Và </a:t>
            </a:r>
            <a:r>
              <a:rPr lang="vi-VN" sz="2400" b="1">
                <a:solidFill>
                  <a:schemeClr val="tx1"/>
                </a:solidFill>
                <a:latin typeface="Times New Roman" panose="02020603050405020304" pitchFamily="18" charset="0"/>
                <a:cs typeface="Raavi" panose="02000500000000000000" pitchFamily="34" charset="0"/>
              </a:rPr>
              <a:t>trong thời đại công nghệ 4.0, chúng ta được thừa hưởng vô số các thiết bị công nghệ thông minh như máy tính, điện thoại di động, …Việc sử dụng điện thoại di động đã trở nên vô cùng phổ biến. Việc khai thác, kết nối, ứng dụng công nghệ vào đời sống cũng trở nên đễ dàng và thuận tiện.</a:t>
            </a:r>
          </a:p>
          <a:p>
            <a:pPr algn="just"/>
            <a:r>
              <a:rPr lang="en-US" sz="2400" b="1">
                <a:solidFill>
                  <a:schemeClr val="tx1"/>
                </a:solidFill>
                <a:latin typeface="Times New Roman" panose="02020603050405020304" pitchFamily="18" charset="0"/>
                <a:cs typeface="Raavi" panose="02000500000000000000" pitchFamily="34" charset="0"/>
              </a:rPr>
              <a:t>	</a:t>
            </a:r>
            <a:r>
              <a:rPr lang="vi-VN" sz="2400" b="1">
                <a:solidFill>
                  <a:schemeClr val="tx1"/>
                </a:solidFill>
                <a:latin typeface="Times New Roman" panose="02020603050405020304" pitchFamily="18" charset="0"/>
                <a:cs typeface="Raavi" panose="02000500000000000000" pitchFamily="34" charset="0"/>
              </a:rPr>
              <a:t>Hiện </a:t>
            </a:r>
            <a:r>
              <a:rPr lang="vi-VN" sz="2400" b="1">
                <a:solidFill>
                  <a:schemeClr val="tx1"/>
                </a:solidFill>
                <a:latin typeface="Times New Roman" panose="02020603050405020304" pitchFamily="18" charset="0"/>
                <a:cs typeface="Raavi" panose="02000500000000000000" pitchFamily="34" charset="0"/>
              </a:rPr>
              <a:t>nay trên thị trường có rất nhiều loại quạt đa năng tích hợp nhiều tính năng, tuy nhiên các tính năng còn hạn chế và giá thành cao</a:t>
            </a:r>
            <a:r>
              <a:rPr lang="vi-VN" sz="2400" b="1">
                <a:solidFill>
                  <a:schemeClr val="tx1"/>
                </a:solidFill>
                <a:latin typeface="Times New Roman" panose="02020603050405020304" pitchFamily="18" charset="0"/>
                <a:cs typeface="Raavi" panose="02000500000000000000" pitchFamily="34" charset="0"/>
              </a:rPr>
              <a:t>. </a:t>
            </a:r>
            <a:endParaRPr lang="vi-VN" sz="2400" b="1" dirty="0">
              <a:solidFill>
                <a:schemeClr val="tx1"/>
              </a:solidFill>
              <a:latin typeface="Times New Roman" panose="02020603050405020304" pitchFamily="18" charset="0"/>
              <a:cs typeface="Raavi" panose="02000500000000000000"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p:cNvSpPr/>
          <p:nvPr/>
        </p:nvSpPr>
        <p:spPr>
          <a:xfrm>
            <a:off x="457201" y="2896807"/>
            <a:ext cx="3297872" cy="242824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2" name="Rectangles 11"/>
          <p:cNvSpPr/>
          <p:nvPr/>
        </p:nvSpPr>
        <p:spPr>
          <a:xfrm>
            <a:off x="4616450" y="2144395"/>
            <a:ext cx="6211570" cy="9906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800" b="1">
                <a:latin typeface="Times New Roman" panose="02020603050405020304" pitchFamily="18" charset="0"/>
                <a:cs typeface="Times New Roman" panose="02020603050405020304" pitchFamily="18" charset="0"/>
              </a:rPr>
              <a:t>Modun Arduino</a:t>
            </a:r>
          </a:p>
        </p:txBody>
      </p:sp>
      <p:sp>
        <p:nvSpPr>
          <p:cNvPr id="11" name="Rectangles 10"/>
          <p:cNvSpPr/>
          <p:nvPr/>
        </p:nvSpPr>
        <p:spPr>
          <a:xfrm>
            <a:off x="4616450" y="3619754"/>
            <a:ext cx="6211570" cy="982345"/>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vi-VN" sz="2800" b="1">
                <a:latin typeface="Times New Roman" panose="02020603050405020304" pitchFamily="18" charset="0"/>
                <a:cs typeface="Times New Roman" panose="02020603050405020304" pitchFamily="18" charset="0"/>
              </a:rPr>
              <a:t>Phần mềm lập trình Arduino IDE</a:t>
            </a:r>
            <a:endParaRPr lang="en-US" sz="2800" b="1">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101600" y="216155"/>
            <a:ext cx="12293600" cy="868362"/>
          </a:xfrm>
        </p:spPr>
        <p:txBody>
          <a:bodyPr/>
          <a:lstStyle/>
          <a:p>
            <a:r>
              <a:rPr lang="en-US" sz="3200">
                <a:latin typeface="+mj-lt"/>
                <a:cs typeface="Times New Roman" panose="02020603050405020304" pitchFamily="18" charset="0"/>
              </a:rPr>
              <a:t>  </a:t>
            </a:r>
            <a:r>
              <a:rPr lang="vi-VN" sz="3200">
                <a:latin typeface="+mj-lt"/>
                <a:cs typeface="Times New Roman" panose="02020603050405020304" pitchFamily="18" charset="0"/>
              </a:rPr>
              <a:t>CÁC </a:t>
            </a:r>
            <a:r>
              <a:rPr lang="vi-VN" sz="3200" dirty="0">
                <a:latin typeface="+mj-lt"/>
                <a:cs typeface="Times New Roman" panose="02020603050405020304" pitchFamily="18" charset="0"/>
              </a:rPr>
              <a:t>BƯỚC TIẾN </a:t>
            </a:r>
            <a:r>
              <a:rPr lang="vi-VN" sz="3200">
                <a:latin typeface="+mj-lt"/>
                <a:cs typeface="Times New Roman" panose="02020603050405020304" pitchFamily="18" charset="0"/>
              </a:rPr>
              <a:t>HÀNH </a:t>
            </a:r>
            <a:r>
              <a:rPr lang="en-US" sz="3200">
                <a:latin typeface="+mj-lt"/>
                <a:cs typeface="Times New Roman" panose="02020603050405020304" pitchFamily="18" charset="0"/>
              </a:rPr>
              <a:t>CHẾ TẠO SẢN PHẨM</a:t>
            </a:r>
            <a:endParaRPr lang="en-US" sz="3200" dirty="0">
              <a:latin typeface="+mj-lt"/>
            </a:endParaRPr>
          </a:p>
        </p:txBody>
      </p:sp>
      <p:sp>
        <p:nvSpPr>
          <p:cNvPr id="4" name="Slide Number Placeholder 3"/>
          <p:cNvSpPr>
            <a:spLocks noGrp="1"/>
          </p:cNvSpPr>
          <p:nvPr>
            <p:ph type="sldNum" sz="quarter" idx="12"/>
          </p:nvPr>
        </p:nvSpPr>
        <p:spPr/>
        <p:txBody>
          <a:bodyPr/>
          <a:lstStyle/>
          <a:p>
            <a:fld id="{3F740BC5-2013-4A97-A1F9-D9D1F5D43851}" type="slidenum">
              <a:rPr lang="en-US" smtClean="0"/>
              <a:t>4</a:t>
            </a:fld>
            <a:endParaRPr lang="en-US"/>
          </a:p>
        </p:txBody>
      </p:sp>
      <p:sp>
        <p:nvSpPr>
          <p:cNvPr id="3" name="Rectangle 2"/>
          <p:cNvSpPr/>
          <p:nvPr/>
        </p:nvSpPr>
        <p:spPr>
          <a:xfrm>
            <a:off x="457201" y="3111804"/>
            <a:ext cx="3284304" cy="2003625"/>
          </a:xfrm>
          <a:prstGeom prst="rect">
            <a:avLst/>
          </a:prstGeom>
        </p:spPr>
        <p:txBody>
          <a:bodyPr wrap="square">
            <a:spAutoFit/>
          </a:bodyPr>
          <a:lstStyle/>
          <a:p>
            <a:pPr algn="ctr">
              <a:lnSpc>
                <a:spcPct val="115000"/>
              </a:lnSpc>
              <a:spcAft>
                <a:spcPts val="0"/>
              </a:spcAft>
            </a:pPr>
            <a:r>
              <a:rPr lang="en-US" sz="3600" b="1">
                <a:latin typeface="Times New Roman" panose="02020603050405020304" pitchFamily="18" charset="0"/>
                <a:ea typeface="Calibri" panose="020F0502020204030204" pitchFamily="34" charset="0"/>
                <a:cs typeface="Times New Roman" panose="02020603050405020304" pitchFamily="18" charset="0"/>
              </a:rPr>
              <a:t> 1. NGHIÊN </a:t>
            </a:r>
            <a:r>
              <a:rPr lang="en-US" sz="3600" b="1">
                <a:latin typeface="Times New Roman" panose="02020603050405020304" pitchFamily="18" charset="0"/>
                <a:ea typeface="Calibri" panose="020F0502020204030204" pitchFamily="34" charset="0"/>
                <a:cs typeface="Times New Roman" panose="02020603050405020304" pitchFamily="18" charset="0"/>
              </a:rPr>
              <a:t>CỨU LÝ THUYẾT</a:t>
            </a:r>
            <a:endParaRPr lang="en-US" sz="3600" b="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7" name="Bent Arrow 16"/>
          <p:cNvSpPr/>
          <p:nvPr/>
        </p:nvSpPr>
        <p:spPr>
          <a:xfrm>
            <a:off x="3589655" y="2220595"/>
            <a:ext cx="914400" cy="8382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Bent Arrow 22"/>
          <p:cNvSpPr/>
          <p:nvPr/>
        </p:nvSpPr>
        <p:spPr>
          <a:xfrm flipV="1">
            <a:off x="3522345" y="4871085"/>
            <a:ext cx="982345" cy="862965"/>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ectangles 10"/>
          <p:cNvSpPr/>
          <p:nvPr/>
        </p:nvSpPr>
        <p:spPr>
          <a:xfrm>
            <a:off x="4586633" y="5098867"/>
            <a:ext cx="6211570" cy="982345"/>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vi-VN" sz="2800" b="1">
                <a:latin typeface="Times New Roman" panose="02020603050405020304" pitchFamily="18" charset="0"/>
                <a:cs typeface="Times New Roman" panose="02020603050405020304" pitchFamily="18" charset="0"/>
              </a:rPr>
              <a:t>Rơ le và các thiết </a:t>
            </a:r>
            <a:r>
              <a:rPr lang="vi-VN" sz="2800" b="1">
                <a:latin typeface="Times New Roman" panose="02020603050405020304" pitchFamily="18" charset="0"/>
                <a:cs typeface="Times New Roman" panose="02020603050405020304" pitchFamily="18" charset="0"/>
              </a:rPr>
              <a:t>bị khác</a:t>
            </a:r>
            <a:endParaRPr lang="en-US" sz="2800" b="1">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p:cNvSpPr/>
          <p:nvPr/>
        </p:nvSpPr>
        <p:spPr>
          <a:xfrm>
            <a:off x="304800" y="1232535"/>
            <a:ext cx="5443220" cy="63627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2" name="Title 1"/>
          <p:cNvSpPr>
            <a:spLocks noGrp="1"/>
          </p:cNvSpPr>
          <p:nvPr>
            <p:ph type="title"/>
          </p:nvPr>
        </p:nvSpPr>
        <p:spPr>
          <a:xfrm>
            <a:off x="228600" y="244045"/>
            <a:ext cx="12192000" cy="868362"/>
          </a:xfrm>
        </p:spPr>
        <p:txBody>
          <a:bodyPr/>
          <a:lstStyle/>
          <a:p>
            <a:r>
              <a:rPr lang="vi-VN" sz="3200" dirty="0">
                <a:latin typeface="+mj-lt"/>
                <a:cs typeface="Times New Roman" panose="02020603050405020304" pitchFamily="18" charset="0"/>
              </a:rPr>
              <a:t>CÁC BƯỚC TIẾN </a:t>
            </a:r>
            <a:r>
              <a:rPr lang="vi-VN" sz="3200">
                <a:latin typeface="+mj-lt"/>
                <a:cs typeface="Times New Roman" panose="02020603050405020304" pitchFamily="18" charset="0"/>
              </a:rPr>
              <a:t>HÀNH </a:t>
            </a:r>
            <a:r>
              <a:rPr lang="vi-VN" sz="3200">
                <a:latin typeface="+mj-lt"/>
                <a:cs typeface="Times New Roman" panose="02020603050405020304" pitchFamily="18" charset="0"/>
              </a:rPr>
              <a:t>CHẾ TẠO SẢN PHẨM</a:t>
            </a:r>
            <a:endParaRPr lang="en-US" sz="3200" dirty="0">
              <a:latin typeface="+mj-lt"/>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F740BC5-2013-4A97-A1F9-D9D1F5D43851}" type="slidenum">
              <a:rPr lang="en-US" smtClean="0"/>
              <a:t>5</a:t>
            </a:fld>
            <a:endParaRPr lang="en-US" dirty="0"/>
          </a:p>
        </p:txBody>
      </p:sp>
      <p:sp>
        <p:nvSpPr>
          <p:cNvPr id="5" name="Content Placeholder 4"/>
          <p:cNvSpPr>
            <a:spLocks noGrp="1"/>
          </p:cNvSpPr>
          <p:nvPr>
            <p:ph idx="1"/>
          </p:nvPr>
        </p:nvSpPr>
        <p:spPr>
          <a:xfrm>
            <a:off x="304800" y="1232535"/>
            <a:ext cx="11734800" cy="636270"/>
          </a:xfrm>
        </p:spPr>
        <p:txBody>
          <a:bodyPr/>
          <a:lstStyle/>
          <a:p>
            <a:pPr marL="0" indent="0">
              <a:buNone/>
            </a:pPr>
            <a:r>
              <a:rPr lang="en-US" sz="3600" b="1" dirty="0">
                <a:latin typeface="Times New Roman" panose="02020603050405020304" pitchFamily="18" charset="0"/>
                <a:cs typeface="Times New Roman" panose="02020603050405020304" pitchFamily="18" charset="0"/>
              </a:rPr>
              <a:t>2. </a:t>
            </a:r>
            <a:r>
              <a:rPr lang="en-US" sz="3600" b="1" dirty="0" err="1">
                <a:latin typeface="Times New Roman" panose="02020603050405020304" pitchFamily="18" charset="0"/>
                <a:cs typeface="Times New Roman" panose="02020603050405020304" pitchFamily="18" charset="0"/>
              </a:rPr>
              <a:t>CHẾ</a:t>
            </a:r>
            <a:r>
              <a:rPr lang="en-US" sz="3600" b="1">
                <a:latin typeface="Times New Roman" panose="02020603050405020304" pitchFamily="18" charset="0"/>
                <a:cs typeface="Times New Roman" panose="02020603050405020304" pitchFamily="18" charset="0"/>
              </a:rPr>
              <a:t> TẠO </a:t>
            </a:r>
            <a:r>
              <a:rPr lang="en-US" sz="3600" b="1">
                <a:latin typeface="Times New Roman" panose="02020603050405020304" pitchFamily="18" charset="0"/>
                <a:cs typeface="Times New Roman" panose="02020603050405020304" pitchFamily="18" charset="0"/>
              </a:rPr>
              <a:t>SẢN PHẨM</a:t>
            </a:r>
          </a:p>
        </p:txBody>
      </p:sp>
      <p:sp>
        <p:nvSpPr>
          <p:cNvPr id="3" name="Rectangle 2"/>
          <p:cNvSpPr/>
          <p:nvPr/>
        </p:nvSpPr>
        <p:spPr>
          <a:xfrm>
            <a:off x="419100" y="2187745"/>
            <a:ext cx="11506200" cy="3970318"/>
          </a:xfrm>
          <a:prstGeom prst="rect">
            <a:avLst/>
          </a:prstGeom>
        </p:spPr>
        <p:txBody>
          <a:bodyPr wrap="square">
            <a:spAutoFit/>
          </a:bodyPr>
          <a:lstStyle/>
          <a:p>
            <a:pPr algn="just"/>
            <a:r>
              <a:rPr lang="vi-VN" sz="2800" b="1">
                <a:latin typeface="Times New Roman" panose="02020603050405020304" pitchFamily="18" charset="0"/>
                <a:cs typeface="Times New Roman" panose="02020603050405020304" pitchFamily="18" charset="0"/>
              </a:rPr>
              <a:t>Ý tưởng thiết kế </a:t>
            </a:r>
            <a:r>
              <a:rPr lang="vi-VN" sz="2800" b="1">
                <a:latin typeface="Times New Roman" panose="02020603050405020304" pitchFamily="18" charset="0"/>
                <a:cs typeface="Times New Roman" panose="02020603050405020304" pitchFamily="18" charset="0"/>
              </a:rPr>
              <a:t>sản phẩm</a:t>
            </a:r>
            <a:endParaRPr lang="en-US" sz="2800" b="1">
              <a:latin typeface="Times New Roman" panose="02020603050405020304" pitchFamily="18" charset="0"/>
              <a:cs typeface="Times New Roman" panose="02020603050405020304" pitchFamily="18" charset="0"/>
            </a:endParaRPr>
          </a:p>
          <a:p>
            <a:pPr algn="just"/>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Tạo </a:t>
            </a:r>
            <a:r>
              <a:rPr lang="vi-VN" sz="2800">
                <a:latin typeface="Times New Roman" panose="02020603050405020304" pitchFamily="18" charset="0"/>
                <a:cs typeface="Times New Roman" panose="02020603050405020304" pitchFamily="18" charset="0"/>
              </a:rPr>
              <a:t>ra một thiết bị quạt làm mát có tích hợp nhiều chức năng: khả năng tích điện và sạc pin bằng điện lưới 220V và năng lượng mặt trời; cảm biến nhiệt độ, độ ẩm và bảng led báo nhiệt độ, độ ẩm theo thời gian thực; điều chỉnh tốc độ quạt theo nhiệt độ phòng; hệ thống phun sương, tự động ngắt khi hết nước; hệ thống làm sạch không khí bằng ion âm; chức năng điều khiển qua điện thoại thông minh; chức năng sạc điện thoại.</a:t>
            </a:r>
            <a:endParaRPr lang="en-US" sz="2800">
              <a:latin typeface="Times New Roman" panose="02020603050405020304" pitchFamily="18" charset="0"/>
              <a:cs typeface="Times New Roman" panose="02020603050405020304" pitchFamily="18" charset="0"/>
            </a:endParaRPr>
          </a:p>
          <a:p>
            <a:pPr algn="just"/>
            <a:endParaRPr lang="en-US" sz="2800">
              <a:latin typeface="Times New Roman" panose="02020603050405020304" pitchFamily="18" charset="0"/>
              <a:cs typeface="Times New Roman" panose="02020603050405020304" pitchFamily="18" charset="0"/>
            </a:endParaRPr>
          </a:p>
          <a:p>
            <a:pPr algn="just"/>
            <a:endParaRPr 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p:cNvSpPr/>
          <p:nvPr/>
        </p:nvSpPr>
        <p:spPr>
          <a:xfrm>
            <a:off x="304800" y="1232535"/>
            <a:ext cx="5443220" cy="63627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228600" y="244045"/>
            <a:ext cx="12192000" cy="868362"/>
          </a:xfrm>
        </p:spPr>
        <p:txBody>
          <a:bodyPr/>
          <a:lstStyle/>
          <a:p>
            <a:r>
              <a:rPr lang="vi-VN" sz="3200" dirty="0">
                <a:latin typeface="+mj-lt"/>
                <a:cs typeface="Times New Roman" panose="02020603050405020304" pitchFamily="18" charset="0"/>
              </a:rPr>
              <a:t>CÁC BƯỚC TIẾN </a:t>
            </a:r>
            <a:r>
              <a:rPr lang="vi-VN" sz="3200">
                <a:latin typeface="+mj-lt"/>
                <a:cs typeface="Times New Roman" panose="02020603050405020304" pitchFamily="18" charset="0"/>
              </a:rPr>
              <a:t>HÀNH </a:t>
            </a:r>
            <a:r>
              <a:rPr lang="vi-VN" sz="3200">
                <a:latin typeface="+mj-lt"/>
                <a:cs typeface="Times New Roman" panose="02020603050405020304" pitchFamily="18" charset="0"/>
              </a:rPr>
              <a:t>CHẾ TẠO SẢN PHẨM</a:t>
            </a:r>
            <a:endParaRPr lang="en-US" sz="3200" dirty="0">
              <a:latin typeface="+mj-lt"/>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F740BC5-2013-4A97-A1F9-D9D1F5D43851}" type="slidenum">
              <a:rPr lang="en-US" smtClean="0"/>
              <a:t>6</a:t>
            </a:fld>
            <a:endParaRPr lang="en-US"/>
          </a:p>
        </p:txBody>
      </p:sp>
      <p:sp>
        <p:nvSpPr>
          <p:cNvPr id="5" name="Content Placeholder 4"/>
          <p:cNvSpPr>
            <a:spLocks noGrp="1"/>
          </p:cNvSpPr>
          <p:nvPr>
            <p:ph idx="1"/>
          </p:nvPr>
        </p:nvSpPr>
        <p:spPr>
          <a:xfrm>
            <a:off x="304800" y="1232535"/>
            <a:ext cx="11734800" cy="636270"/>
          </a:xfrm>
        </p:spPr>
        <p:txBody>
          <a:bodyPr/>
          <a:lstStyle/>
          <a:p>
            <a:pPr marL="0" indent="0">
              <a:buNone/>
            </a:pPr>
            <a:r>
              <a:rPr lang="en-US" sz="3600" b="1" dirty="0">
                <a:latin typeface="Times New Roman" panose="02020603050405020304" pitchFamily="18" charset="0"/>
                <a:cs typeface="Times New Roman" panose="02020603050405020304" pitchFamily="18" charset="0"/>
              </a:rPr>
              <a:t>2</a:t>
            </a:r>
            <a:r>
              <a:rPr lang="en-US" sz="3600" b="1">
                <a:latin typeface="Times New Roman" panose="02020603050405020304" pitchFamily="18" charset="0"/>
                <a:cs typeface="Times New Roman" panose="02020603050405020304" pitchFamily="18" charset="0"/>
              </a:rPr>
              <a:t>. </a:t>
            </a:r>
            <a:r>
              <a:rPr lang="en-US" sz="3600" b="1">
                <a:latin typeface="Times New Roman" panose="02020603050405020304" pitchFamily="18" charset="0"/>
                <a:cs typeface="Times New Roman" panose="02020603050405020304" pitchFamily="18" charset="0"/>
              </a:rPr>
              <a:t>CHẾ TẠO </a:t>
            </a:r>
            <a:r>
              <a:rPr lang="en-US" sz="3600" b="1">
                <a:latin typeface="Times New Roman" panose="02020603050405020304" pitchFamily="18" charset="0"/>
                <a:cs typeface="Times New Roman" panose="02020603050405020304" pitchFamily="18" charset="0"/>
              </a:rPr>
              <a:t>SẢN PHẨM</a:t>
            </a:r>
          </a:p>
        </p:txBody>
      </p:sp>
      <p:sp>
        <p:nvSpPr>
          <p:cNvPr id="3" name="Rectangle 2"/>
          <p:cNvSpPr/>
          <p:nvPr/>
        </p:nvSpPr>
        <p:spPr>
          <a:xfrm>
            <a:off x="533400" y="2133600"/>
            <a:ext cx="6207223" cy="1077218"/>
          </a:xfrm>
          <a:prstGeom prst="rect">
            <a:avLst/>
          </a:prstGeom>
        </p:spPr>
        <p:txBody>
          <a:bodyPr wrap="square">
            <a:spAutoFit/>
          </a:bodyPr>
          <a:lstStyle/>
          <a:p>
            <a:r>
              <a:rPr lang="vi-VN" sz="2800" b="1">
                <a:latin typeface="Times New Roman" panose="02020603050405020304" pitchFamily="18" charset="0"/>
                <a:cs typeface="Times New Roman" panose="02020603050405020304" pitchFamily="18" charset="0"/>
              </a:rPr>
              <a:t>Các linh kiện </a:t>
            </a:r>
            <a:r>
              <a:rPr lang="vi-VN" sz="2800" b="1">
                <a:latin typeface="Times New Roman" panose="02020603050405020304" pitchFamily="18" charset="0"/>
                <a:cs typeface="Times New Roman" panose="02020603050405020304" pitchFamily="18" charset="0"/>
              </a:rPr>
              <a:t>sử dụng</a:t>
            </a:r>
            <a:r>
              <a:rPr lang="en-US" sz="2800" b="1">
                <a:latin typeface="Times New Roman" panose="02020603050405020304" pitchFamily="18" charset="0"/>
                <a:cs typeface="Times New Roman" panose="02020603050405020304" pitchFamily="18" charset="0"/>
              </a:rPr>
              <a:t>:</a:t>
            </a:r>
          </a:p>
          <a:p>
            <a:endParaRPr lang="en-US"/>
          </a:p>
          <a:p>
            <a:endParaRPr lang="en-US"/>
          </a:p>
        </p:txBody>
      </p:sp>
      <p:pic>
        <p:nvPicPr>
          <p:cNvPr id="6" name="Picture 5"/>
          <p:cNvPicPr>
            <a:picLocks noChangeAspect="1"/>
          </p:cNvPicPr>
          <p:nvPr/>
        </p:nvPicPr>
        <p:blipFill>
          <a:blip r:embed="rId2"/>
          <a:stretch>
            <a:fillRect/>
          </a:stretch>
        </p:blipFill>
        <p:spPr>
          <a:xfrm>
            <a:off x="685800" y="2819399"/>
            <a:ext cx="10363200" cy="3657603"/>
          </a:xfrm>
          <a:prstGeom prst="rect">
            <a:avLst/>
          </a:prstGeom>
        </p:spPr>
      </p:pic>
    </p:spTree>
    <p:extLst>
      <p:ext uri="{BB962C8B-B14F-4D97-AF65-F5344CB8AC3E}">
        <p14:creationId xmlns:p14="http://schemas.microsoft.com/office/powerpoint/2010/main" val="933477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p:cNvSpPr/>
          <p:nvPr/>
        </p:nvSpPr>
        <p:spPr>
          <a:xfrm>
            <a:off x="304800" y="1232535"/>
            <a:ext cx="5443220" cy="63627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228600" y="244045"/>
            <a:ext cx="12192000" cy="868362"/>
          </a:xfrm>
        </p:spPr>
        <p:txBody>
          <a:bodyPr/>
          <a:lstStyle/>
          <a:p>
            <a:r>
              <a:rPr lang="vi-VN" sz="3200" dirty="0">
                <a:latin typeface="+mj-lt"/>
                <a:cs typeface="Times New Roman" panose="02020603050405020304" pitchFamily="18" charset="0"/>
              </a:rPr>
              <a:t>CÁC BƯỚC TIẾN </a:t>
            </a:r>
            <a:r>
              <a:rPr lang="vi-VN" sz="3200">
                <a:latin typeface="+mj-lt"/>
                <a:cs typeface="Times New Roman" panose="02020603050405020304" pitchFamily="18" charset="0"/>
              </a:rPr>
              <a:t>HÀNH </a:t>
            </a:r>
            <a:r>
              <a:rPr lang="vi-VN" sz="3200">
                <a:latin typeface="+mj-lt"/>
                <a:cs typeface="Times New Roman" panose="02020603050405020304" pitchFamily="18" charset="0"/>
              </a:rPr>
              <a:t>CHẾ TẠO SẢN PHẨM</a:t>
            </a:r>
            <a:endParaRPr lang="en-US" sz="3200" dirty="0">
              <a:latin typeface="+mj-lt"/>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F740BC5-2013-4A97-A1F9-D9D1F5D43851}" type="slidenum">
              <a:rPr lang="en-US" smtClean="0"/>
              <a:t>7</a:t>
            </a:fld>
            <a:endParaRPr lang="en-US"/>
          </a:p>
        </p:txBody>
      </p:sp>
      <p:sp>
        <p:nvSpPr>
          <p:cNvPr id="5" name="Content Placeholder 4"/>
          <p:cNvSpPr>
            <a:spLocks noGrp="1"/>
          </p:cNvSpPr>
          <p:nvPr>
            <p:ph idx="1"/>
          </p:nvPr>
        </p:nvSpPr>
        <p:spPr>
          <a:xfrm>
            <a:off x="304800" y="1232535"/>
            <a:ext cx="11734800" cy="636270"/>
          </a:xfrm>
        </p:spPr>
        <p:txBody>
          <a:bodyPr/>
          <a:lstStyle/>
          <a:p>
            <a:pPr marL="0" indent="0">
              <a:buNone/>
            </a:pPr>
            <a:r>
              <a:rPr lang="en-US" sz="3600" b="1" dirty="0">
                <a:latin typeface="Times New Roman" panose="02020603050405020304" pitchFamily="18" charset="0"/>
                <a:cs typeface="Times New Roman" panose="02020603050405020304" pitchFamily="18" charset="0"/>
              </a:rPr>
              <a:t>2</a:t>
            </a:r>
            <a:r>
              <a:rPr lang="en-US" sz="3600" b="1">
                <a:latin typeface="Times New Roman" panose="02020603050405020304" pitchFamily="18" charset="0"/>
                <a:cs typeface="Times New Roman" panose="02020603050405020304" pitchFamily="18" charset="0"/>
              </a:rPr>
              <a:t>. </a:t>
            </a:r>
            <a:r>
              <a:rPr lang="en-US" sz="3600" b="1">
                <a:latin typeface="Times New Roman" panose="02020603050405020304" pitchFamily="18" charset="0"/>
                <a:cs typeface="Times New Roman" panose="02020603050405020304" pitchFamily="18" charset="0"/>
              </a:rPr>
              <a:t>CHẾ TẠO </a:t>
            </a:r>
            <a:r>
              <a:rPr lang="en-US" sz="3600" b="1">
                <a:latin typeface="Times New Roman" panose="02020603050405020304" pitchFamily="18" charset="0"/>
                <a:cs typeface="Times New Roman" panose="02020603050405020304" pitchFamily="18" charset="0"/>
              </a:rPr>
              <a:t>SẢN PHẨM</a:t>
            </a:r>
          </a:p>
        </p:txBody>
      </p:sp>
      <p:sp>
        <p:nvSpPr>
          <p:cNvPr id="3" name="Rectangle 2"/>
          <p:cNvSpPr/>
          <p:nvPr/>
        </p:nvSpPr>
        <p:spPr>
          <a:xfrm>
            <a:off x="533400" y="2133600"/>
            <a:ext cx="6207223" cy="523220"/>
          </a:xfrm>
          <a:prstGeom prst="rect">
            <a:avLst/>
          </a:prstGeom>
        </p:spPr>
        <p:txBody>
          <a:bodyPr wrap="square">
            <a:spAutoFit/>
          </a:bodyPr>
          <a:lstStyle/>
          <a:p>
            <a:r>
              <a:rPr lang="vi-VN" sz="2800" b="1">
                <a:latin typeface="Times New Roman" panose="02020603050405020304" pitchFamily="18" charset="0"/>
                <a:cs typeface="Times New Roman" panose="02020603050405020304" pitchFamily="18" charset="0"/>
              </a:rPr>
              <a:t>Các linh kiện </a:t>
            </a:r>
            <a:r>
              <a:rPr lang="vi-VN" sz="2800" b="1">
                <a:latin typeface="Times New Roman" panose="02020603050405020304" pitchFamily="18" charset="0"/>
                <a:cs typeface="Times New Roman" panose="02020603050405020304" pitchFamily="18" charset="0"/>
              </a:rPr>
              <a:t>sử dụng</a:t>
            </a:r>
            <a:r>
              <a:rPr lang="en-US" sz="2800" b="1">
                <a:latin typeface="Times New Roman" panose="02020603050405020304" pitchFamily="18" charset="0"/>
                <a:cs typeface="Times New Roman" panose="02020603050405020304" pitchFamily="18" charset="0"/>
              </a:rPr>
              <a:t>:</a:t>
            </a:r>
            <a:endParaRPr lang="en-US" sz="2800" b="1">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180975" y="2711451"/>
            <a:ext cx="6143625" cy="3657603"/>
          </a:xfrm>
          <a:prstGeom prst="rect">
            <a:avLst/>
          </a:prstGeom>
        </p:spPr>
      </p:pic>
      <p:pic>
        <p:nvPicPr>
          <p:cNvPr id="8" name="Picture 7"/>
          <p:cNvPicPr>
            <a:picLocks noChangeAspect="1"/>
          </p:cNvPicPr>
          <p:nvPr/>
        </p:nvPicPr>
        <p:blipFill>
          <a:blip r:embed="rId3"/>
          <a:stretch>
            <a:fillRect/>
          </a:stretch>
        </p:blipFill>
        <p:spPr>
          <a:xfrm>
            <a:off x="6324600" y="2711452"/>
            <a:ext cx="5715000" cy="3712234"/>
          </a:xfrm>
          <a:prstGeom prst="rect">
            <a:avLst/>
          </a:prstGeom>
        </p:spPr>
      </p:pic>
    </p:spTree>
    <p:extLst>
      <p:ext uri="{BB962C8B-B14F-4D97-AF65-F5344CB8AC3E}">
        <p14:creationId xmlns:p14="http://schemas.microsoft.com/office/powerpoint/2010/main" val="2149251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p:cNvSpPr/>
          <p:nvPr/>
        </p:nvSpPr>
        <p:spPr>
          <a:xfrm>
            <a:off x="304800" y="1232535"/>
            <a:ext cx="5443220" cy="63627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228600" y="244045"/>
            <a:ext cx="12192000" cy="868362"/>
          </a:xfrm>
        </p:spPr>
        <p:txBody>
          <a:bodyPr/>
          <a:lstStyle/>
          <a:p>
            <a:r>
              <a:rPr lang="vi-VN" sz="3200" dirty="0">
                <a:latin typeface="+mj-lt"/>
                <a:cs typeface="Times New Roman" panose="02020603050405020304" pitchFamily="18" charset="0"/>
              </a:rPr>
              <a:t>CÁC BƯỚC TIẾN </a:t>
            </a:r>
            <a:r>
              <a:rPr lang="vi-VN" sz="3200">
                <a:latin typeface="+mj-lt"/>
                <a:cs typeface="Times New Roman" panose="02020603050405020304" pitchFamily="18" charset="0"/>
              </a:rPr>
              <a:t>HÀNH </a:t>
            </a:r>
            <a:r>
              <a:rPr lang="vi-VN" sz="3200">
                <a:latin typeface="+mj-lt"/>
                <a:cs typeface="Times New Roman" panose="02020603050405020304" pitchFamily="18" charset="0"/>
              </a:rPr>
              <a:t>CHẾ TẠO SẢN PHẨM</a:t>
            </a:r>
            <a:endParaRPr lang="en-US" sz="3200" dirty="0">
              <a:latin typeface="+mj-lt"/>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F740BC5-2013-4A97-A1F9-D9D1F5D43851}" type="slidenum">
              <a:rPr lang="en-US" smtClean="0"/>
              <a:t>8</a:t>
            </a:fld>
            <a:endParaRPr lang="en-US"/>
          </a:p>
        </p:txBody>
      </p:sp>
      <p:sp>
        <p:nvSpPr>
          <p:cNvPr id="5" name="Content Placeholder 4"/>
          <p:cNvSpPr>
            <a:spLocks noGrp="1"/>
          </p:cNvSpPr>
          <p:nvPr>
            <p:ph idx="1"/>
          </p:nvPr>
        </p:nvSpPr>
        <p:spPr>
          <a:xfrm>
            <a:off x="304800" y="1232535"/>
            <a:ext cx="11734800" cy="636270"/>
          </a:xfrm>
        </p:spPr>
        <p:txBody>
          <a:bodyPr/>
          <a:lstStyle/>
          <a:p>
            <a:pPr marL="0" indent="0">
              <a:buNone/>
            </a:pPr>
            <a:r>
              <a:rPr lang="en-US" sz="3600" b="1" dirty="0">
                <a:latin typeface="Times New Roman" panose="02020603050405020304" pitchFamily="18" charset="0"/>
                <a:cs typeface="Times New Roman" panose="02020603050405020304" pitchFamily="18" charset="0"/>
              </a:rPr>
              <a:t>2</a:t>
            </a:r>
            <a:r>
              <a:rPr lang="en-US" sz="3600" b="1">
                <a:latin typeface="Times New Roman" panose="02020603050405020304" pitchFamily="18" charset="0"/>
                <a:cs typeface="Times New Roman" panose="02020603050405020304" pitchFamily="18" charset="0"/>
              </a:rPr>
              <a:t>. </a:t>
            </a:r>
            <a:r>
              <a:rPr lang="en-US" sz="3600" b="1">
                <a:latin typeface="Times New Roman" panose="02020603050405020304" pitchFamily="18" charset="0"/>
                <a:cs typeface="Times New Roman" panose="02020603050405020304" pitchFamily="18" charset="0"/>
              </a:rPr>
              <a:t>CHẾ TẠO </a:t>
            </a:r>
            <a:r>
              <a:rPr lang="en-US" sz="3600" b="1">
                <a:latin typeface="Times New Roman" panose="02020603050405020304" pitchFamily="18" charset="0"/>
                <a:cs typeface="Times New Roman" panose="02020603050405020304" pitchFamily="18" charset="0"/>
              </a:rPr>
              <a:t>SẢN PHẨM</a:t>
            </a:r>
          </a:p>
        </p:txBody>
      </p:sp>
      <p:sp>
        <p:nvSpPr>
          <p:cNvPr id="3" name="Rectangle 2"/>
          <p:cNvSpPr/>
          <p:nvPr/>
        </p:nvSpPr>
        <p:spPr>
          <a:xfrm>
            <a:off x="533400" y="2133600"/>
            <a:ext cx="6207223" cy="523220"/>
          </a:xfrm>
          <a:prstGeom prst="rect">
            <a:avLst/>
          </a:prstGeom>
        </p:spPr>
        <p:txBody>
          <a:bodyPr wrap="square">
            <a:spAutoFit/>
          </a:bodyPr>
          <a:lstStyle/>
          <a:p>
            <a:r>
              <a:rPr lang="en-US" sz="2800" b="1">
                <a:latin typeface="Times New Roman" panose="02020603050405020304" pitchFamily="18" charset="0"/>
                <a:cs typeface="Times New Roman" panose="02020603050405020304" pitchFamily="18" charset="0"/>
              </a:rPr>
              <a:t>Thiết kế sơ đồ nối </a:t>
            </a:r>
            <a:r>
              <a:rPr lang="en-US" sz="2800" b="1">
                <a:latin typeface="Times New Roman" panose="02020603050405020304" pitchFamily="18" charset="0"/>
                <a:cs typeface="Times New Roman" panose="02020603050405020304" pitchFamily="18" charset="0"/>
              </a:rPr>
              <a:t>mạch điện</a:t>
            </a:r>
            <a:endParaRPr lang="en-US" sz="2800" b="1">
              <a:latin typeface="Times New Roman" panose="02020603050405020304" pitchFamily="18" charset="0"/>
              <a:cs typeface="Times New Roman" panose="02020603050405020304" pitchFamily="18" charset="0"/>
            </a:endParaRPr>
          </a:p>
        </p:txBody>
      </p:sp>
      <p:pic>
        <p:nvPicPr>
          <p:cNvPr id="9" name="Hình ảnh 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200" y="2858454"/>
            <a:ext cx="6934200" cy="3863024"/>
          </a:xfrm>
          <a:prstGeom prst="rect">
            <a:avLst/>
          </a:prstGeom>
          <a:noFill/>
          <a:ln>
            <a:noFill/>
          </a:ln>
        </p:spPr>
      </p:pic>
    </p:spTree>
    <p:extLst>
      <p:ext uri="{BB962C8B-B14F-4D97-AF65-F5344CB8AC3E}">
        <p14:creationId xmlns:p14="http://schemas.microsoft.com/office/powerpoint/2010/main" val="1935472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p:cNvSpPr/>
          <p:nvPr/>
        </p:nvSpPr>
        <p:spPr>
          <a:xfrm>
            <a:off x="304800" y="1232535"/>
            <a:ext cx="5443220" cy="63627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228600" y="244045"/>
            <a:ext cx="12192000" cy="868362"/>
          </a:xfrm>
        </p:spPr>
        <p:txBody>
          <a:bodyPr/>
          <a:lstStyle/>
          <a:p>
            <a:r>
              <a:rPr lang="vi-VN" sz="3200" dirty="0">
                <a:latin typeface="+mj-lt"/>
                <a:cs typeface="Times New Roman" panose="02020603050405020304" pitchFamily="18" charset="0"/>
              </a:rPr>
              <a:t>CÁC BƯỚC TIẾN </a:t>
            </a:r>
            <a:r>
              <a:rPr lang="vi-VN" sz="3200">
                <a:latin typeface="+mj-lt"/>
                <a:cs typeface="Times New Roman" panose="02020603050405020304" pitchFamily="18" charset="0"/>
              </a:rPr>
              <a:t>HÀNH </a:t>
            </a:r>
            <a:r>
              <a:rPr lang="vi-VN" sz="3200">
                <a:latin typeface="+mj-lt"/>
                <a:cs typeface="Times New Roman" panose="02020603050405020304" pitchFamily="18" charset="0"/>
              </a:rPr>
              <a:t>CHẾ TẠO SẢN PHẨM</a:t>
            </a:r>
            <a:endParaRPr lang="en-US" sz="3200" dirty="0">
              <a:latin typeface="+mj-lt"/>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F740BC5-2013-4A97-A1F9-D9D1F5D43851}" type="slidenum">
              <a:rPr lang="en-US" smtClean="0"/>
              <a:t>9</a:t>
            </a:fld>
            <a:endParaRPr lang="en-US"/>
          </a:p>
        </p:txBody>
      </p:sp>
      <p:sp>
        <p:nvSpPr>
          <p:cNvPr id="5" name="Content Placeholder 4"/>
          <p:cNvSpPr>
            <a:spLocks noGrp="1"/>
          </p:cNvSpPr>
          <p:nvPr>
            <p:ph idx="1"/>
          </p:nvPr>
        </p:nvSpPr>
        <p:spPr>
          <a:xfrm>
            <a:off x="304800" y="1232535"/>
            <a:ext cx="11734800" cy="636270"/>
          </a:xfrm>
        </p:spPr>
        <p:txBody>
          <a:bodyPr/>
          <a:lstStyle/>
          <a:p>
            <a:pPr marL="0" indent="0">
              <a:buNone/>
            </a:pPr>
            <a:r>
              <a:rPr lang="en-US" sz="3600" b="1" dirty="0">
                <a:latin typeface="Times New Roman" panose="02020603050405020304" pitchFamily="18" charset="0"/>
                <a:cs typeface="Times New Roman" panose="02020603050405020304" pitchFamily="18" charset="0"/>
              </a:rPr>
              <a:t>2</a:t>
            </a:r>
            <a:r>
              <a:rPr lang="en-US" sz="3600" b="1">
                <a:latin typeface="Times New Roman" panose="02020603050405020304" pitchFamily="18" charset="0"/>
                <a:cs typeface="Times New Roman" panose="02020603050405020304" pitchFamily="18" charset="0"/>
              </a:rPr>
              <a:t>. </a:t>
            </a:r>
            <a:r>
              <a:rPr lang="en-US" sz="3600" b="1">
                <a:latin typeface="Times New Roman" panose="02020603050405020304" pitchFamily="18" charset="0"/>
                <a:cs typeface="Times New Roman" panose="02020603050405020304" pitchFamily="18" charset="0"/>
              </a:rPr>
              <a:t>CHẾ TẠO </a:t>
            </a:r>
            <a:r>
              <a:rPr lang="en-US" sz="3600" b="1">
                <a:latin typeface="Times New Roman" panose="02020603050405020304" pitchFamily="18" charset="0"/>
                <a:cs typeface="Times New Roman" panose="02020603050405020304" pitchFamily="18" charset="0"/>
              </a:rPr>
              <a:t>SẢN PHẨM</a:t>
            </a:r>
          </a:p>
        </p:txBody>
      </p:sp>
      <p:sp>
        <p:nvSpPr>
          <p:cNvPr id="3" name="Rectangle 2"/>
          <p:cNvSpPr/>
          <p:nvPr/>
        </p:nvSpPr>
        <p:spPr>
          <a:xfrm>
            <a:off x="533400" y="2133600"/>
            <a:ext cx="7848600" cy="523220"/>
          </a:xfrm>
          <a:prstGeom prst="rect">
            <a:avLst/>
          </a:prstGeom>
        </p:spPr>
        <p:txBody>
          <a:bodyPr wrap="square">
            <a:spAutoFit/>
          </a:bodyPr>
          <a:lstStyle/>
          <a:p>
            <a:r>
              <a:rPr lang="en-US" sz="2800" b="1">
                <a:latin typeface="Times New Roman" panose="02020603050405020304" pitchFamily="18" charset="0"/>
                <a:cs typeface="Times New Roman" panose="02020603050405020304" pitchFamily="18" charset="0"/>
              </a:rPr>
              <a:t>Nạp chương trình và phần mềm điều khiển</a:t>
            </a:r>
          </a:p>
        </p:txBody>
      </p:sp>
      <p:pic>
        <p:nvPicPr>
          <p:cNvPr id="8" name="Picture 7"/>
          <p:cNvPicPr/>
          <p:nvPr/>
        </p:nvPicPr>
        <p:blipFill rotWithShape="1">
          <a:blip r:embed="rId2" cstate="print">
            <a:extLst>
              <a:ext uri="{28A0092B-C50C-407E-A947-70E740481C1C}">
                <a14:useLocalDpi xmlns:a14="http://schemas.microsoft.com/office/drawing/2010/main" val="0"/>
              </a:ext>
            </a:extLst>
          </a:blip>
          <a:srcRect b="18267"/>
          <a:stretch/>
        </p:blipFill>
        <p:spPr bwMode="auto">
          <a:xfrm>
            <a:off x="2133600" y="2689950"/>
            <a:ext cx="7696201" cy="394222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0119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p:cNvSpPr/>
          <p:nvPr/>
        </p:nvSpPr>
        <p:spPr>
          <a:xfrm>
            <a:off x="304800" y="1232535"/>
            <a:ext cx="5443220" cy="63627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 name="Title 1"/>
          <p:cNvSpPr>
            <a:spLocks noGrp="1"/>
          </p:cNvSpPr>
          <p:nvPr>
            <p:ph type="title"/>
          </p:nvPr>
        </p:nvSpPr>
        <p:spPr>
          <a:xfrm>
            <a:off x="228600" y="244045"/>
            <a:ext cx="12192000" cy="868362"/>
          </a:xfrm>
        </p:spPr>
        <p:txBody>
          <a:bodyPr/>
          <a:lstStyle/>
          <a:p>
            <a:r>
              <a:rPr lang="vi-VN" sz="3200" dirty="0">
                <a:latin typeface="+mj-lt"/>
                <a:cs typeface="Times New Roman" panose="02020603050405020304" pitchFamily="18" charset="0"/>
              </a:rPr>
              <a:t>CÁC BƯỚC TIẾN </a:t>
            </a:r>
            <a:r>
              <a:rPr lang="vi-VN" sz="3200">
                <a:latin typeface="+mj-lt"/>
                <a:cs typeface="Times New Roman" panose="02020603050405020304" pitchFamily="18" charset="0"/>
              </a:rPr>
              <a:t>HÀNH </a:t>
            </a:r>
            <a:r>
              <a:rPr lang="vi-VN" sz="3200">
                <a:latin typeface="+mj-lt"/>
                <a:cs typeface="Times New Roman" panose="02020603050405020304" pitchFamily="18" charset="0"/>
              </a:rPr>
              <a:t>CHẾ TẠO SẢN PHẨM</a:t>
            </a:r>
            <a:endParaRPr lang="en-US" sz="3200" dirty="0">
              <a:latin typeface="+mj-lt"/>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F740BC5-2013-4A97-A1F9-D9D1F5D43851}" type="slidenum">
              <a:rPr lang="en-US" smtClean="0"/>
              <a:t>10</a:t>
            </a:fld>
            <a:endParaRPr lang="en-US"/>
          </a:p>
        </p:txBody>
      </p:sp>
      <p:sp>
        <p:nvSpPr>
          <p:cNvPr id="5" name="Content Placeholder 4"/>
          <p:cNvSpPr>
            <a:spLocks noGrp="1"/>
          </p:cNvSpPr>
          <p:nvPr>
            <p:ph idx="1"/>
          </p:nvPr>
        </p:nvSpPr>
        <p:spPr>
          <a:xfrm>
            <a:off x="304800" y="1232535"/>
            <a:ext cx="11734800" cy="636270"/>
          </a:xfrm>
        </p:spPr>
        <p:txBody>
          <a:bodyPr/>
          <a:lstStyle/>
          <a:p>
            <a:pPr marL="0" indent="0">
              <a:buNone/>
            </a:pPr>
            <a:r>
              <a:rPr lang="en-US" sz="3600" b="1" dirty="0">
                <a:latin typeface="Times New Roman" panose="02020603050405020304" pitchFamily="18" charset="0"/>
                <a:cs typeface="Times New Roman" panose="02020603050405020304" pitchFamily="18" charset="0"/>
              </a:rPr>
              <a:t>2</a:t>
            </a:r>
            <a:r>
              <a:rPr lang="en-US" sz="3600" b="1">
                <a:latin typeface="Times New Roman" panose="02020603050405020304" pitchFamily="18" charset="0"/>
                <a:cs typeface="Times New Roman" panose="02020603050405020304" pitchFamily="18" charset="0"/>
              </a:rPr>
              <a:t>. </a:t>
            </a:r>
            <a:r>
              <a:rPr lang="en-US" sz="3600" b="1">
                <a:latin typeface="Times New Roman" panose="02020603050405020304" pitchFamily="18" charset="0"/>
                <a:cs typeface="Times New Roman" panose="02020603050405020304" pitchFamily="18" charset="0"/>
              </a:rPr>
              <a:t>CHẾ TẠO </a:t>
            </a:r>
            <a:r>
              <a:rPr lang="en-US" sz="3600" b="1">
                <a:latin typeface="Times New Roman" panose="02020603050405020304" pitchFamily="18" charset="0"/>
                <a:cs typeface="Times New Roman" panose="02020603050405020304" pitchFamily="18" charset="0"/>
              </a:rPr>
              <a:t>SẢN PHẨM</a:t>
            </a:r>
          </a:p>
        </p:txBody>
      </p:sp>
      <p:sp>
        <p:nvSpPr>
          <p:cNvPr id="3" name="Rectangle 2"/>
          <p:cNvSpPr/>
          <p:nvPr/>
        </p:nvSpPr>
        <p:spPr>
          <a:xfrm>
            <a:off x="533400" y="2133600"/>
            <a:ext cx="10896600" cy="954107"/>
          </a:xfrm>
          <a:prstGeom prst="rect">
            <a:avLst/>
          </a:prstGeom>
        </p:spPr>
        <p:txBody>
          <a:bodyPr wrap="square">
            <a:spAutoFit/>
          </a:bodyPr>
          <a:lstStyle/>
          <a:p>
            <a:r>
              <a:rPr lang="vi-VN" sz="2800" b="1">
                <a:latin typeface="Times New Roman" panose="02020603050405020304" pitchFamily="18" charset="0"/>
                <a:cs typeface="Times New Roman" panose="02020603050405020304" pitchFamily="18" charset="0"/>
              </a:rPr>
              <a:t>Tạo nút nhấn điều khiển trên web để điều khiển quạt và</a:t>
            </a:r>
            <a:r>
              <a:rPr lang="en-US" sz="2800" b="1">
                <a:latin typeface="Times New Roman" panose="02020603050405020304" pitchFamily="18" charset="0"/>
                <a:cs typeface="Times New Roman" panose="02020603050405020304" pitchFamily="18" charset="0"/>
              </a:rPr>
              <a:t> b</a:t>
            </a:r>
            <a:r>
              <a:rPr lang="vi-VN" sz="2800" b="1">
                <a:latin typeface="Times New Roman" panose="02020603050405020304" pitchFamily="18" charset="0"/>
                <a:cs typeface="Times New Roman" panose="02020603050405020304" pitchFamily="18" charset="0"/>
              </a:rPr>
              <a:t>áo nhiệt độ độ ẩm qua điện thoại</a:t>
            </a:r>
            <a:endParaRPr lang="en-US" sz="2800" b="1">
              <a:latin typeface="Times New Roman" panose="02020603050405020304" pitchFamily="18" charset="0"/>
              <a:cs typeface="Times New Roman" panose="02020603050405020304" pitchFamily="18" charset="0"/>
            </a:endParaRPr>
          </a:p>
        </p:txBody>
      </p:sp>
      <p:pic>
        <p:nvPicPr>
          <p:cNvPr id="9" name="Picture 8" descr="Ảnh chụp màn hình 2024-04-01 213959"/>
          <p:cNvPicPr/>
          <p:nvPr/>
        </p:nvPicPr>
        <p:blipFill rotWithShape="1">
          <a:blip r:embed="rId2" cstate="print">
            <a:extLst>
              <a:ext uri="{28A0092B-C50C-407E-A947-70E740481C1C}">
                <a14:useLocalDpi xmlns:a14="http://schemas.microsoft.com/office/drawing/2010/main" val="0"/>
              </a:ext>
            </a:extLst>
          </a:blip>
          <a:srcRect b="6994"/>
          <a:stretch/>
        </p:blipFill>
        <p:spPr bwMode="auto">
          <a:xfrm>
            <a:off x="533400" y="3087707"/>
            <a:ext cx="4438381" cy="3541693"/>
          </a:xfrm>
          <a:prstGeom prst="rect">
            <a:avLst/>
          </a:prstGeom>
          <a:noFill/>
          <a:ln>
            <a:noFill/>
          </a:ln>
          <a:extLst>
            <a:ext uri="{53640926-AAD7-44D8-BBD7-CCE9431645EC}">
              <a14:shadowObscured xmlns:a14="http://schemas.microsoft.com/office/drawing/2010/main"/>
            </a:ext>
          </a:extLst>
        </p:spPr>
      </p:pic>
      <p:pic>
        <p:nvPicPr>
          <p:cNvPr id="10" name="Picture 9"/>
          <p:cNvPicPr/>
          <p:nvPr/>
        </p:nvPicPr>
        <p:blipFill rotWithShape="1">
          <a:blip r:embed="rId3" cstate="print">
            <a:extLst>
              <a:ext uri="{28A0092B-C50C-407E-A947-70E740481C1C}">
                <a14:useLocalDpi xmlns:a14="http://schemas.microsoft.com/office/drawing/2010/main" val="0"/>
              </a:ext>
            </a:extLst>
          </a:blip>
          <a:srcRect b="8009"/>
          <a:stretch/>
        </p:blipFill>
        <p:spPr bwMode="auto">
          <a:xfrm>
            <a:off x="5486400" y="3087707"/>
            <a:ext cx="5638800" cy="338929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07214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12192000" cy="868362"/>
          </a:xfrm>
        </p:spPr>
        <p:txBody>
          <a:bodyPr/>
          <a:lstStyle/>
          <a:p>
            <a:pPr algn="ctr"/>
            <a:r>
              <a:rPr lang="en-US" sz="4000" dirty="0">
                <a:latin typeface="+mj-lt"/>
                <a:cs typeface="Times New Roman" panose="02020603050405020304" pitchFamily="18" charset="0"/>
              </a:rPr>
              <a:t>KẾT QUẢ ĐẠT ĐƯỢC</a:t>
            </a:r>
          </a:p>
        </p:txBody>
      </p:sp>
      <p:sp>
        <p:nvSpPr>
          <p:cNvPr id="4" name="Slide Number Placeholder 3"/>
          <p:cNvSpPr>
            <a:spLocks noGrp="1"/>
          </p:cNvSpPr>
          <p:nvPr>
            <p:ph type="sldNum" sz="quarter" idx="12"/>
          </p:nvPr>
        </p:nvSpPr>
        <p:spPr/>
        <p:txBody>
          <a:bodyPr/>
          <a:lstStyle/>
          <a:p>
            <a:fld id="{3F740BC5-2013-4A97-A1F9-D9D1F5D43851}" type="slidenum">
              <a:rPr lang="en-US" smtClean="0"/>
              <a:t>11</a:t>
            </a:fld>
            <a:endParaRPr lang="en-US"/>
          </a:p>
        </p:txBody>
      </p:sp>
      <p:sp>
        <p:nvSpPr>
          <p:cNvPr id="6" name="Content Placeholder 5"/>
          <p:cNvSpPr>
            <a:spLocks noGrp="1"/>
          </p:cNvSpPr>
          <p:nvPr>
            <p:ph idx="1"/>
          </p:nvPr>
        </p:nvSpPr>
        <p:spPr/>
        <p:txBody>
          <a:bodyPr/>
          <a:lstStyle/>
          <a:p>
            <a:endParaRPr lang="en-US"/>
          </a:p>
        </p:txBody>
      </p:sp>
      <p:pic>
        <p:nvPicPr>
          <p:cNvPr id="7" name="Picture 6"/>
          <p:cNvPicPr/>
          <p:nvPr/>
        </p:nvPicPr>
        <p:blipFill rotWithShape="1">
          <a:blip r:embed="rId2" cstate="print">
            <a:extLst>
              <a:ext uri="{28A0092B-C50C-407E-A947-70E740481C1C}">
                <a14:useLocalDpi xmlns:a14="http://schemas.microsoft.com/office/drawing/2010/main" val="0"/>
              </a:ext>
            </a:extLst>
          </a:blip>
          <a:srcRect b="14940"/>
          <a:stretch/>
        </p:blipFill>
        <p:spPr bwMode="auto">
          <a:xfrm>
            <a:off x="2286000" y="1066800"/>
            <a:ext cx="7162800" cy="5654678"/>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p:cNvSpPr/>
          <p:nvPr/>
        </p:nvSpPr>
        <p:spPr>
          <a:xfrm>
            <a:off x="0" y="1396365"/>
            <a:ext cx="2590800" cy="52959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800" b="1">
                <a:latin typeface="Times New Roman" panose="02020603050405020304" pitchFamily="18" charset="0"/>
                <a:cs typeface="Times New Roman" panose="02020603050405020304" pitchFamily="18" charset="0"/>
              </a:rPr>
              <a:t>Kết luận</a:t>
            </a:r>
          </a:p>
        </p:txBody>
      </p:sp>
      <p:sp>
        <p:nvSpPr>
          <p:cNvPr id="6" name="Rounded Rectangle 5"/>
          <p:cNvSpPr/>
          <p:nvPr/>
        </p:nvSpPr>
        <p:spPr>
          <a:xfrm>
            <a:off x="0" y="4347552"/>
            <a:ext cx="3733800" cy="59309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800" b="1">
                <a:latin typeface="Times New Roman" panose="02020603050405020304" pitchFamily="18" charset="0"/>
                <a:cs typeface="Times New Roman" panose="02020603050405020304" pitchFamily="18" charset="0"/>
              </a:rPr>
              <a:t>Hướng phát triển</a:t>
            </a:r>
            <a:r>
              <a:rPr lang="vi-VN" sz="2800" b="1">
                <a:latin typeface="Times New Roman" panose="02020603050405020304" pitchFamily="18" charset="0"/>
                <a:cs typeface="Times New Roman" panose="02020603050405020304" pitchFamily="18" charset="0"/>
              </a:rPr>
              <a:t>        </a:t>
            </a:r>
            <a:endParaRPr lang="vi-VN" sz="2800" b="1"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520700" y="256745"/>
            <a:ext cx="11150600" cy="868362"/>
          </a:xfrm>
        </p:spPr>
        <p:txBody>
          <a:bodyPr/>
          <a:lstStyle/>
          <a:p>
            <a:pPr algn="ctr"/>
            <a:r>
              <a:rPr lang="en-US" dirty="0">
                <a:latin typeface="+mj-lt"/>
              </a:rPr>
              <a:t>KẾT LUẬN VÀ HƯỚNG PHÁT TRIỂN</a:t>
            </a:r>
          </a:p>
        </p:txBody>
      </p:sp>
      <p:sp>
        <p:nvSpPr>
          <p:cNvPr id="4" name="Slide Number Placeholder 3"/>
          <p:cNvSpPr>
            <a:spLocks noGrp="1"/>
          </p:cNvSpPr>
          <p:nvPr>
            <p:ph type="sldNum" sz="quarter" idx="12"/>
          </p:nvPr>
        </p:nvSpPr>
        <p:spPr/>
        <p:txBody>
          <a:bodyPr/>
          <a:lstStyle/>
          <a:p>
            <a:fld id="{3F740BC5-2013-4A97-A1F9-D9D1F5D43851}" type="slidenum">
              <a:rPr lang="en-US" smtClean="0"/>
              <a:t>12</a:t>
            </a:fld>
            <a:endParaRPr lang="en-US"/>
          </a:p>
        </p:txBody>
      </p:sp>
      <p:sp>
        <p:nvSpPr>
          <p:cNvPr id="5" name="Rectangle 4"/>
          <p:cNvSpPr/>
          <p:nvPr/>
        </p:nvSpPr>
        <p:spPr>
          <a:xfrm>
            <a:off x="304800" y="2065455"/>
            <a:ext cx="11582400" cy="1938992"/>
          </a:xfrm>
          <a:prstGeom prst="rect">
            <a:avLst/>
          </a:prstGeom>
        </p:spPr>
        <p:txBody>
          <a:bodyPr wrap="square">
            <a:spAutoFit/>
          </a:bodyPr>
          <a:lstStyle/>
          <a:p>
            <a:pPr algn="just"/>
            <a:r>
              <a:rPr lang="vi-VN" sz="2400">
                <a:latin typeface="Times New Roman" panose="02020603050405020304" pitchFamily="18" charset="0"/>
                <a:cs typeface="Times New Roman" panose="02020603050405020304" pitchFamily="18" charset="0"/>
              </a:rPr>
              <a:t>Tạo </a:t>
            </a:r>
            <a:r>
              <a:rPr lang="vi-VN" sz="2400">
                <a:latin typeface="Times New Roman" panose="02020603050405020304" pitchFamily="18" charset="0"/>
                <a:cs typeface="Times New Roman" panose="02020603050405020304" pitchFamily="18" charset="0"/>
              </a:rPr>
              <a:t>ra một thiết bị quạt làm mát có tích hợp nhiều chức năng: khả năng tích điện và sạc pin bằng điện lưới 220V và năng lượng mặt trời; cảm biến nhiệt độ, độ ẩm và bảng led báo nhiệt độ, độ ẩm theo thời gian thực; điều chỉnh tốc độ quạt theo nhiệt độ phòng; hệ thống phun sương, tự động ngắt khi hết nước; hệ thống làm sạch không khí bằng ion âm; chức năng điều khiển qua điện thoại thông minh; chức năng sạc điện </a:t>
            </a:r>
            <a:r>
              <a:rPr lang="vi-VN" sz="2400">
                <a:latin typeface="Times New Roman" panose="02020603050405020304" pitchFamily="18" charset="0"/>
                <a:cs typeface="Times New Roman" panose="02020603050405020304" pitchFamily="18" charset="0"/>
              </a:rPr>
              <a:t>thoại.</a:t>
            </a:r>
            <a:endParaRPr lang="en-US" sz="3200" b="1" dirty="0" err="1">
              <a:latin typeface="Raavi" panose="02000500000000000000" pitchFamily="34" charset="0"/>
              <a:cs typeface="Raavi" panose="02000500000000000000" pitchFamily="34" charset="0"/>
            </a:endParaRPr>
          </a:p>
        </p:txBody>
      </p:sp>
      <p:sp>
        <p:nvSpPr>
          <p:cNvPr id="3" name="Rectangle 2"/>
          <p:cNvSpPr/>
          <p:nvPr/>
        </p:nvSpPr>
        <p:spPr>
          <a:xfrm>
            <a:off x="407780" y="5195898"/>
            <a:ext cx="11376439" cy="1200329"/>
          </a:xfrm>
          <a:prstGeom prst="rect">
            <a:avLst/>
          </a:prstGeom>
        </p:spPr>
        <p:txBody>
          <a:bodyPr wrap="square">
            <a:spAutoFit/>
          </a:bodyPr>
          <a:lstStyle/>
          <a:p>
            <a:pPr algn="just"/>
            <a:r>
              <a:rPr lang="vi-VN" sz="2400">
                <a:latin typeface="Times New Roman" panose="02020603050405020304" pitchFamily="18" charset="0"/>
                <a:cs typeface="Times New Roman" panose="02020603050405020304" pitchFamily="18" charset="0"/>
              </a:rPr>
              <a:t>Quạt làm mát chưa có chức năng thay đổi tốc độ gió, phun sương thay đổi theo nhiệt độ và độ </a:t>
            </a:r>
            <a:r>
              <a:rPr lang="vi-VN" sz="2400">
                <a:latin typeface="Times New Roman" panose="02020603050405020304" pitchFamily="18" charset="0"/>
                <a:cs typeface="Times New Roman" panose="02020603050405020304" pitchFamily="18" charset="0"/>
              </a:rPr>
              <a:t>ẩm phòng.</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Nếu </a:t>
            </a:r>
            <a:r>
              <a:rPr lang="vi-VN" sz="2400">
                <a:latin typeface="Times New Roman" panose="02020603050405020304" pitchFamily="18" charset="0"/>
                <a:cs typeface="Times New Roman" panose="02020603050405020304" pitchFamily="18" charset="0"/>
              </a:rPr>
              <a:t>có sự đầu tư thêm về mặt thời gian thì các chức năng trên sẽ được hoàn thiện hơn.</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6510" y="-37465"/>
            <a:ext cx="12225655" cy="6933565"/>
          </a:xfrm>
          <a:prstGeom prst="rect">
            <a:avLst/>
          </a:prstGeom>
        </p:spPr>
      </p:pic>
      <p:sp>
        <p:nvSpPr>
          <p:cNvPr id="3" name="Slide Number Placeholder 2"/>
          <p:cNvSpPr>
            <a:spLocks noGrp="1"/>
          </p:cNvSpPr>
          <p:nvPr>
            <p:ph type="sldNum" sz="quarter" idx="12"/>
          </p:nvPr>
        </p:nvSpPr>
        <p:spPr/>
        <p:txBody>
          <a:bodyPr/>
          <a:lstStyle/>
          <a:p>
            <a:fld id="{3F740BC5-2013-4A97-A1F9-D9D1F5D43851}" type="slidenum">
              <a:rPr lang="en-US" smtClean="0"/>
              <a:t>13</a:t>
            </a:fld>
            <a:endParaRPr lang="en-US"/>
          </a:p>
        </p:txBody>
      </p:sp>
      <p:sp>
        <p:nvSpPr>
          <p:cNvPr id="4" name="Text Box 3"/>
          <p:cNvSpPr txBox="1"/>
          <p:nvPr/>
        </p:nvSpPr>
        <p:spPr>
          <a:xfrm>
            <a:off x="2197100" y="2413000"/>
            <a:ext cx="8166100" cy="1445260"/>
          </a:xfrm>
          <a:prstGeom prst="rect">
            <a:avLst/>
          </a:prstGeom>
          <a:noFill/>
        </p:spPr>
        <p:txBody>
          <a:bodyPr wrap="square" rtlCol="0">
            <a:spAutoFit/>
          </a:bodyPr>
          <a:lstStyle/>
          <a:p>
            <a:pPr algn="ctr"/>
            <a:endParaRPr lang="en-US" sz="4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Goudy Stout" panose="0202090407030B020401" charset="0"/>
              <a:ea typeface="Verdana" panose="020B0604030504040204" pitchFamily="34" charset="0"/>
              <a:cs typeface="Goudy Stout" panose="0202090407030B020401" charset="0"/>
            </a:endParaRPr>
          </a:p>
          <a:p>
            <a:endParaRPr lang="en-US" sz="44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Goudy Stout" panose="0202090407030B020401" charset="0"/>
              <a:ea typeface="Verdana" panose="020B0604030504040204" pitchFamily="34" charset="0"/>
              <a:cs typeface="Goudy Stout" panose="0202090407030B020401" charset="0"/>
            </a:endParaRPr>
          </a:p>
        </p:txBody>
      </p:sp>
      <p:sp>
        <p:nvSpPr>
          <p:cNvPr id="8" name="Rectangles 7"/>
          <p:cNvSpPr/>
          <p:nvPr/>
        </p:nvSpPr>
        <p:spPr>
          <a:xfrm>
            <a:off x="2976880" y="2278380"/>
            <a:ext cx="6654800" cy="2305685"/>
          </a:xfrm>
          <a:prstGeom prst="rect">
            <a:avLst/>
          </a:prstGeom>
          <a:solidFill>
            <a:srgbClr val="2365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Box 11"/>
          <p:cNvSpPr txBox="1"/>
          <p:nvPr/>
        </p:nvSpPr>
        <p:spPr>
          <a:xfrm>
            <a:off x="2152015" y="2829560"/>
            <a:ext cx="7887335" cy="1198880"/>
          </a:xfrm>
          <a:prstGeom prst="rect">
            <a:avLst/>
          </a:prstGeom>
          <a:noFill/>
        </p:spPr>
        <p:txBody>
          <a:bodyPr wrap="square" rtlCol="0">
            <a:spAutoFit/>
          </a:bodyPr>
          <a:lstStyle/>
          <a:p>
            <a:pPr algn="ctr"/>
            <a:r>
              <a:rPr lang="en-US" sz="3600" b="1" dirty="0">
                <a:ln/>
                <a:solidFill>
                  <a:srgbClr val="FFFF00"/>
                </a:solidFill>
                <a:effectLst>
                  <a:outerShdw blurRad="38100" dist="19050" dir="2700000" algn="tl" rotWithShape="0">
                    <a:schemeClr val="dk1">
                      <a:alpha val="40000"/>
                    </a:schemeClr>
                  </a:outerShdw>
                </a:effectLst>
                <a:latin typeface="Times New Roman" panose="02020603050405020304" pitchFamily="18" charset="0"/>
                <a:ea typeface="Verdana" panose="020B0604030504040204" pitchFamily="34" charset="0"/>
                <a:cs typeface="Times New Roman" panose="02020603050405020304" pitchFamily="18" charset="0"/>
                <a:sym typeface="+mn-ea"/>
              </a:rPr>
              <a:t>CÁM ƠN QUÝ BAN GIÁM KHẢO ĐÃ LẮNG NGHE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inh thuong">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psh6_Presentation">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sh6_Presentation 1">
        <a:dk1>
          <a:srgbClr val="000000"/>
        </a:dk1>
        <a:lt1>
          <a:srgbClr val="FFFFFF"/>
        </a:lt1>
        <a:dk2>
          <a:srgbClr val="000000"/>
        </a:dk2>
        <a:lt2>
          <a:srgbClr val="C0C0C0"/>
        </a:lt2>
        <a:accent1>
          <a:srgbClr val="FFB727"/>
        </a:accent1>
        <a:accent2>
          <a:srgbClr val="4678BA"/>
        </a:accent2>
        <a:accent3>
          <a:srgbClr val="FFFFFF"/>
        </a:accent3>
        <a:accent4>
          <a:srgbClr val="000000"/>
        </a:accent4>
        <a:accent5>
          <a:srgbClr val="FFD8AC"/>
        </a:accent5>
        <a:accent6>
          <a:srgbClr val="3F6CA8"/>
        </a:accent6>
        <a:hlink>
          <a:srgbClr val="93CE4C"/>
        </a:hlink>
        <a:folHlink>
          <a:srgbClr val="FF9999"/>
        </a:folHlink>
      </a:clrScheme>
      <a:clrMap bg1="lt1" tx1="dk1" bg2="lt2" tx2="dk2" accent1="accent1" accent2="accent2" accent3="accent3" accent4="accent4" accent5="accent5" accent6="accent6" hlink="hlink" folHlink="folHlink"/>
    </a:extraClrScheme>
    <a:extraClrScheme>
      <a:clrScheme name="psh6_Presentation 2">
        <a:dk1>
          <a:srgbClr val="000000"/>
        </a:dk1>
        <a:lt1>
          <a:srgbClr val="FFFFFF"/>
        </a:lt1>
        <a:dk2>
          <a:srgbClr val="000000"/>
        </a:dk2>
        <a:lt2>
          <a:srgbClr val="808080"/>
        </a:lt2>
        <a:accent1>
          <a:srgbClr val="63DDD7"/>
        </a:accent1>
        <a:accent2>
          <a:srgbClr val="4454CE"/>
        </a:accent2>
        <a:accent3>
          <a:srgbClr val="FFFFFF"/>
        </a:accent3>
        <a:accent4>
          <a:srgbClr val="000000"/>
        </a:accent4>
        <a:accent5>
          <a:srgbClr val="B7EBE8"/>
        </a:accent5>
        <a:accent6>
          <a:srgbClr val="3D4BBA"/>
        </a:accent6>
        <a:hlink>
          <a:srgbClr val="9999FF"/>
        </a:hlink>
        <a:folHlink>
          <a:srgbClr val="9933FF"/>
        </a:folHlink>
      </a:clrScheme>
      <a:clrMap bg1="lt1" tx1="dk1" bg2="lt2" tx2="dk2" accent1="accent1" accent2="accent2" accent3="accent3" accent4="accent4" accent5="accent5" accent6="accent6" hlink="hlink" folHlink="folHlink"/>
    </a:extraClrScheme>
    <a:extraClrScheme>
      <a:clrScheme name="psh6_Presentation 3">
        <a:dk1>
          <a:srgbClr val="000000"/>
        </a:dk1>
        <a:lt1>
          <a:srgbClr val="FFFFFF"/>
        </a:lt1>
        <a:dk2>
          <a:srgbClr val="000000"/>
        </a:dk2>
        <a:lt2>
          <a:srgbClr val="808080"/>
        </a:lt2>
        <a:accent1>
          <a:srgbClr val="EBDD77"/>
        </a:accent1>
        <a:accent2>
          <a:srgbClr val="BE3EA0"/>
        </a:accent2>
        <a:accent3>
          <a:srgbClr val="FFFFFF"/>
        </a:accent3>
        <a:accent4>
          <a:srgbClr val="000000"/>
        </a:accent4>
        <a:accent5>
          <a:srgbClr val="F3EBBD"/>
        </a:accent5>
        <a:accent6>
          <a:srgbClr val="AC3791"/>
        </a:accent6>
        <a:hlink>
          <a:srgbClr val="FF9933"/>
        </a:hlink>
        <a:folHlink>
          <a:srgbClr val="96969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TÌM HIỂU QUY TRÌNH ĐÁNH GIÁ RỦI RO</Template>
  <TotalTime>44</TotalTime>
  <Words>539</Words>
  <Application>Microsoft Office PowerPoint</Application>
  <PresentationFormat>Widescreen</PresentationFormat>
  <Paragraphs>65</Paragraphs>
  <Slides>13</Slides>
  <Notes>1</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13</vt:i4>
      </vt:variant>
    </vt:vector>
  </HeadingPairs>
  <TitlesOfParts>
    <vt:vector size="24" baseType="lpstr">
      <vt:lpstr>Arial</vt:lpstr>
      <vt:lpstr>Calibri</vt:lpstr>
      <vt:lpstr>Courier New</vt:lpstr>
      <vt:lpstr>Goudy Stout</vt:lpstr>
      <vt:lpstr>Raavi</vt:lpstr>
      <vt:lpstr>Tahoma</vt:lpstr>
      <vt:lpstr>Times New Roman</vt:lpstr>
      <vt:lpstr>Verdana</vt:lpstr>
      <vt:lpstr>Wingdings</vt:lpstr>
      <vt:lpstr>binh thuong</vt:lpstr>
      <vt:lpstr>Custom Design</vt:lpstr>
      <vt:lpstr>PowerPoint Presentation</vt:lpstr>
      <vt:lpstr>NỘI DUNG TRÌNH BÀY</vt:lpstr>
      <vt:lpstr>LÝ DO CHỌN ĐỀ TÀI</vt:lpstr>
      <vt:lpstr>  CÁC BƯỚC TIẾN HÀNH CHẾ TẠO SẢN PHẨM</vt:lpstr>
      <vt:lpstr>CÁC BƯỚC TIẾN HÀNH CHẾ TẠO SẢN PHẨM</vt:lpstr>
      <vt:lpstr>CÁC BƯỚC TIẾN HÀNH CHẾ TẠO SẢN PHẨM</vt:lpstr>
      <vt:lpstr>CÁC BƯỚC TIẾN HÀNH CHẾ TẠO SẢN PHẨM</vt:lpstr>
      <vt:lpstr>CÁC BƯỚC TIẾN HÀNH CHẾ TẠO SẢN PHẨM</vt:lpstr>
      <vt:lpstr>CÁC BƯỚC TIẾN HÀNH CHẾ TẠO SẢN PHẨM</vt:lpstr>
      <vt:lpstr>CÁC BƯỚC TIẾN HÀNH CHẾ TẠO SẢN PHẨM</vt:lpstr>
      <vt:lpstr>KẾT QUẢ ĐẠT ĐƯỢC</vt:lpstr>
      <vt:lpstr>KẾT LUẬN VÀ HƯỚNG PHÁT TRIỂN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LOAN</dc:creator>
  <cp:lastModifiedBy>Admin</cp:lastModifiedBy>
  <cp:revision>1446</cp:revision>
  <dcterms:created xsi:type="dcterms:W3CDTF">2012-06-04T15:26:00Z</dcterms:created>
  <dcterms:modified xsi:type="dcterms:W3CDTF">2024-12-31T05:53:53Z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1033-11.2.0.9052</vt:lpwstr>
  </property>
</Properties>
</file>